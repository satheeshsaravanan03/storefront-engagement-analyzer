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4707" r:id="rId2"/>
    <p:sldId id="4902" r:id="rId3"/>
    <p:sldId id="4917" r:id="rId4"/>
    <p:sldId id="4918" r:id="rId5"/>
    <p:sldId id="4886" r:id="rId6"/>
    <p:sldId id="4850" r:id="rId7"/>
    <p:sldId id="4920" r:id="rId8"/>
    <p:sldId id="4855" r:id="rId9"/>
    <p:sldId id="4922" r:id="rId10"/>
    <p:sldId id="4921" r:id="rId11"/>
    <p:sldId id="4923" r:id="rId12"/>
    <p:sldId id="4924" r:id="rId13"/>
    <p:sldId id="4925" r:id="rId14"/>
    <p:sldId id="4926" r:id="rId15"/>
    <p:sldId id="4861" r:id="rId16"/>
    <p:sldId id="483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B4E8FF-5497-434F-84FF-715DAC6E768B}">
          <p14:sldIdLst>
            <p14:sldId id="4707"/>
            <p14:sldId id="4902"/>
            <p14:sldId id="4917"/>
            <p14:sldId id="4918"/>
            <p14:sldId id="4886"/>
            <p14:sldId id="4850"/>
            <p14:sldId id="4920"/>
            <p14:sldId id="4855"/>
            <p14:sldId id="4922"/>
            <p14:sldId id="4921"/>
            <p14:sldId id="4923"/>
            <p14:sldId id="4924"/>
            <p14:sldId id="4925"/>
            <p14:sldId id="4926"/>
            <p14:sldId id="4861"/>
            <p14:sldId id="483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89189" autoAdjust="0"/>
  </p:normalViewPr>
  <p:slideViewPr>
    <p:cSldViewPr snapToGrid="0">
      <p:cViewPr varScale="1">
        <p:scale>
          <a:sx n="59" d="100"/>
          <a:sy n="59" d="100"/>
        </p:scale>
        <p:origin x="8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9T10:55: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4203 1763 24575,'-24'9'0,"1"1"0,0 2 0,0 0 0,1 1 0,1 1 0,-29 24 0,-106 115 0,108-102 0,-91 76 0,1-28 0,-4-5 0,-171 82 0,-326 101 0,535-238 0,-1-5 0,-3-4 0,-110 15 0,209-44 0,-2 1 0,-1-1 0,1 0 0,-1 0 0,-17-3 0,26 2 0,0-1 0,1 1 0,-1-1 0,1 0 0,-1 1 0,1-1 0,-1-1 0,1 1 0,-1 0 0,1-1 0,0 1 0,0-1 0,0 1 0,0-1 0,0 0 0,0 0 0,0 0 0,0 0 0,1 0 0,-1-1 0,1 1 0,0 0 0,0-1 0,-2-3 0,-2-16 0,0-1 0,1 0 0,2 0 0,0 0 0,3-39 0,-1 50 0,0 7 0,1 0 0,0 0 0,-1-1 0,2 1 0,-1 0 0,1 0 0,-1 0 0,1 0 0,1 0 0,-1 0 0,1 1 0,0-1 0,0 1 0,0 0 0,0 0 0,1 0 0,0 0 0,0 0 0,0 1 0,6-4 0,9-5 0,0 1 0,0 1 0,36-13 0,-38 16 0,99-36 0,214-50 0,133 16 0,-445 74 0,10-1 0,-1 2 0,1 0 0,34 3 0,-59-1 0,-1 1 0,1-1 0,-1 1 0,0-1 0,1 1 0,-1 0 0,1 0 0,-1 0 0,0 0 0,3 2 0,-4-3 0,-1 0 0,1 1 0,-1-1 0,0 1 0,1-1 0,-1 1 0,1-1 0,-1 1 0,0-1 0,1 1 0,-1-1 0,0 1 0,0 0 0,0-1 0,1 1 0,-1-1 0,0 1 0,0 0 0,0-1 0,0 1 0,0-1 0,0 1 0,0 0 0,0-1 0,0 1 0,-1 1 0,0 0 0,-1 1 0,1 0 0,-1-1 0,0 1 0,0-1 0,0 0 0,-1 1 0,1-1 0,0 0 0,-1 0 0,0-1 0,1 1 0,-1 0 0,0-1 0,-3 2 0,-28 10 0,0 0 0,0-3 0,-1 0 0,0-3 0,-49 5 0,19-6 0,-2-3 0,-70-6 0,89-1 0,0-2 0,0-2 0,-92-28 0,117 28 0,1 0 0,-1-2 0,2-1 0,0 0 0,0-2 0,1 0 0,0-2 0,2 0 0,-33-33 0,44 40 0,0 0 0,1 0 0,0-1 0,0 0 0,1 0 0,0 0 0,1-1 0,0 0 0,0 0 0,1 0 0,1 0 0,-3-16 0,5 19 0,0 0 0,0 1 0,0-1 0,1 0 0,1 1 0,-1-1 0,1 1 0,0-1 0,0 1 0,1 0 0,0-1 0,0 1 0,0 1 0,1-1 0,0 0 0,0 1 0,0 0 0,1 0 0,-1 0 0,11-8 0,15-7 0,1 0 0,1 2 0,1 1 0,0 2 0,1 1 0,56-15 0,21-2 0,0 5 0,125-12 0,230 7 0,-438 30 0,188 2 0,-184 2 0,0 1 0,0 1 0,0 1 0,46 17 0,-71-21 0,0 1 0,-1-1 0,0 1 0,0 1 0,0-1 0,0 1 0,-1 0 0,1 1 0,-1-1 0,0 1 0,8 10 0,-11-12 0,0 1 0,0-1 0,0 0 0,-1 0 0,0 1 0,0-1 0,0 1 0,0 0 0,0-1 0,-1 1 0,1-1 0,-1 1 0,0 0 0,0-1 0,-1 1 0,1 0 0,-1-1 0,0 1 0,0-1 0,0 1 0,0-1 0,0 1 0,-3 4 0,-2 2 0,0 0 0,0-1 0,-1 0 0,0 0 0,-1 0 0,0-1 0,-13 12 0,-8 2 0,-41 26 0,-14-1-7,-1-4 0,-2-3-1,-2-4 1,-139 36 0,-389 58-940,-818 31-1290,1278-160 2237,153-1 0,-1-1 0,0 1 0,1-1 0,-1 0 0,1 0 0,-1-1 0,-5-2 0,10 4 0,0 0 0,-1 0 0,1 0 0,0 0 0,-1-1 0,1 1 0,0 0 0,0 0 0,-1-1 0,1 1 0,0 0 0,0-1 0,-1 1 0,1 0 0,0-1 0,0 1 0,0 0 0,-1-1 0,1 1 0,0 0 0,0-1 0,0 1 0,0 0 0,0-1 0,0 1 0,0-1 0,0 1 0,0 0 0,0-1 0,0 1 0,0 0 0,0-1 0,0 1 0,0-1 0,0 1 0,1 0 0,-1-1 0,0 1 0,0 0 0,0-1 0,1 1 0,-1 0 0,0-1 0,1 1 0,5-5 0,1 0 0,0 0 0,0 1 0,0 0 0,0 0 0,1 1 0,9-3 0,170-52 0,127-19-83,2 14 0,3 13 1,341-7-1,-539 53 984,206 20 0,-300-12-657,0 0 0,27 9 0,-48-11-215,0 0-1,0 0 1,0 0 0,0 1-1,-1 0 1,0 0-1,1 1 1,-1 0-1,0-1 1,-1 2-1,1-1 1,-1 0-1,7 9 1,-9-9-28,0 0 0,0 0 0,0 0 0,-1 0 0,1 1 0,-1-1 0,0 0 0,0 0 0,-1 1 0,1-1 0,-1 1 0,0-1 0,0 1 0,-1-1 0,1 0 0,-1 1 0,0-1 0,0 0 0,0 1 0,-1-1 0,1 0-1,-1 0 1,0 0 0,0 0 0,-1-1 0,-3 6 0,-4 5 16,-1-1 0,0 0 0,-1-1 0,-1 0 0,-21 16 0,-4-2 58,0-2 0,-1-2 0,-1-1 1,-2-2-1,1-2 0,-74 19 0,64-23-81,0-3 0,-1-1 0,0-3 0,0-3-1,-82-4 1,116 0 6,0-1 0,0-1 0,0-1 0,1 0 0,-1-1 0,1-1 0,0-1 0,0 0 0,1-1 0,0-1 0,1-1 0,-25-19 0,28 18 0,0-1 0,0-1 0,1 1 0,1-2 0,0 0 0,1 0 0,1-1 0,0 0 0,1 0 0,0 0 0,2-1 0,-1 0 0,-4-29 0,-2-69 0,8 97 0,-1 18 0,-6 31 0,2-5 0,-1 0 0,-1 0 0,-1-2 0,-2 0 0,0 0 0,-2-1 0,0-1 0,-2 0 0,-1-2 0,0 0 0,-41 34 0,32-33 0,0-1 0,-2-1 0,0-1 0,-1-2 0,-1-1 0,0-1 0,-1-2 0,0-2 0,-47 10 0,45-14 0,-1-2 0,0-2 0,0-1 0,0-2 0,-1-1 0,1-2 0,1-2 0,-43-10 0,61 10 0,0 0 0,1-1 0,0-1 0,0-1 0,1 0 0,0-1 0,1 0 0,-18-15 0,23 15 0,0 0 0,0 0 0,1-1 0,1 0 0,-1 0 0,2-1 0,-1 0 0,2 0 0,-1 0 0,1-1 0,1 0 0,-4-18 0,1-7 0,2-1 0,1 0 0,2 0 0,2 0 0,1 0 0,10-59 0,0 127 0,17 135 0,6 180 0,-34-340 0,1 21 0,-3 48 0,1-69 0,1 0 0,-1 1 0,0-1 0,0 0 0,-1 0 0,1 1 0,-1-1 0,-1 0 0,1-1 0,0 1 0,-1 0 0,0-1 0,0 1 0,-1-1 0,-5 6 0,6-9 0,1 1 0,-1-1 0,0 0 0,0 0 0,0 0 0,1-1 0,-1 1 0,0-1 0,0 1 0,0-1 0,0 0 0,0 0 0,0-1 0,0 1 0,0 0 0,0-1 0,0 0 0,0 0 0,0 0 0,0 0 0,1 0 0,-1 0 0,0-1 0,1 1 0,-1-1 0,1 0 0,0 0 0,-3-2 0,-7-6 0,-1-1 0,2 0 0,0 0 0,-11-15 0,-1-6 0,2-1 0,1-1 0,1-2 0,3 1 0,0-2 0,-13-50 0,1-18 0,-16-114 0,14 25 0,46 371 0,19 451 0,-41-577 0,-3-33 0,9-18 0,-1 0 0,1 0 0,-1 1 0,0-1 0,1 0 0,-1 0 0,1 0 0,-1 0 0,1 0 0,-1 0 0,1 0 0,-1 0 0,1 0 0,-1 0 0,1 0 0,-1 0 0,1-1 0,-1 1 0,1 0 0,-1 0 0,1 0 0,-1-1 0,1 1 0,-1 0 0,1-1 0,-1 1 0,1 0 0,0-1 0,-1 1 0,1-1 0,0 1 0,-1-1 0,1 0 0,-6-7 0,0 0 0,1-1 0,0 1 0,1-1 0,0-1 0,0 1 0,1 0 0,-3-14 0,0 4 0,-169-750 0,174 765 0,-32-194 0,-30-133 0,54 303 0,9 28 0,0 0 0,0 0 0,-1 0 0,1 0 0,0 0 0,0 0 0,0 0 0,0 0 0,-1 0 0,1 0 0,0 0 0,0 0 0,0 0 0,0 0 0,-1 0 0,1 0 0,0 0 0,0 0 0,0 0 0,0 0 0,0 1 0,-1-1 0,1 0 0,0 0 0,0 0 0,0 0 0,0 0 0,0 0 0,0 0 0,-1 1 0,1-1 0,0 0 0,0 0 0,0 0 0,0 0 0,0 0 0,0 1 0,0-1 0,0 0 0,0 0 0,0 0 0,0 0 0,0 0 0,0 1 0,0-1 0,0 0 0,0 0 0,0 0 0,0 0 0,0 1 0,0-1 0,0 0 0,0 0 0,0 0 0,0 0 0,0 0 0,0 1 0,0-1 0,0 0 0,0 0 0,1 0 0,-1 0 0,1 52 0,26 219 0,5 94 0,-27-69 0,-6-333 0,9-889 0,-7 889 0,-1 26 0,-1 0 0,2 0 0,-1 0 0,2 0 0,-1 0 0,1 1 0,1-1 0,0 0 0,1 1 0,6-15 0,-10 25 0,1-1 0,-1 1 0,0 0 0,0-1 0,1 1 0,-1-1 0,0 1 0,1 0 0,-1-1 0,1 1 0,-1 0 0,1 0 0,-1-1 0,0 1 0,1 0 0,-1 0 0,1-1 0,-1 1 0,1 0 0,-1 0 0,1 0 0,-1 0 0,1 0 0,-1 0 0,1 0 0,-1 0 0,1 0 0,0 0 0,-1 0 0,1 0 0,-1 0 0,1 0 0,-1 1 0,0-1 0,1 0 0,-1 0 0,1 1 0,-1-1 0,1 0 0,-1 0 0,1 1 0,-1 0 0,16 19 0,3 13 0,-3 0 0,0 1 0,-3 1 0,11 36 0,29 150 0,-41-167 0,6 32 0,24 94 0,-63-327 0,-60-699 0,81 846 0,0 0 0,1 0 0,-1 0 0,0 0 0,0 0 0,0 0 0,0 0 0,0 0 0,0 0 0,0 0 0,1 0 0,-1 0 0,0 0 0,0 0 0,0 0 0,0 0 0,0 0 0,0 0 0,0 0 0,1 0 0,-1 0 0,0 0 0,0 0 0,0 0 0,0 0 0,0 0 0,0 0 0,0 0 0,0 0 0,1-1 0,-1 1 0,0 0 0,0 0 0,0 0 0,0 0 0,0 0 0,0 0 0,0 0 0,0 0 0,0-1 0,0 1 0,0 0 0,10 23 0,11 40 0,12 65 0,25 78 0,-52-193 0,-4-14 0,-5-23 0,-115-410 0,24 109 0,47 122 0,36 172 0,7 43 0,4 48 0,0-58 0,27 363 0,-25-350 0,-1-11 0,0 0 0,0 0 0,-1 0 0,1 1 0,-1-1 0,0 0 0,0 0 0,-1 0 0,1 0 0,-1 0 0,0 0 0,0 0 0,0 0 0,-3 7 0,4-11 0,0 0 0,0 0 0,-1 0 0,1 0 0,0 1 0,0-1 0,0 0 0,-1 0 0,1 0 0,0 0 0,0 0 0,-1 0 0,1 0 0,0 0 0,0 0 0,-1 0 0,1 0 0,0 0 0,0 0 0,-1 0 0,1 0 0,0 0 0,0 0 0,-1 0 0,1 0 0,0 0 0,0 0 0,-1 0 0,1 0 0,0-1 0,0 1 0,0 0 0,-1 0 0,1 0 0,0 0 0,0-1 0,0 1 0,0 0 0,-1 0 0,1 0 0,0-1 0,0 1 0,-9-17 0,-1-17 0,1-4 0,1 0 0,1 0 0,3 0 0,0-39 0,4 72 0,0 0 0,1 0 0,0 0 0,0 0 0,0 1 0,0-1 0,1 0 0,0 1 0,0-1 0,0 1 0,1-1 0,-1 1 0,1 0 0,0 0 0,0 0 0,1 1 0,-1-1 0,1 1 0,0 0 0,-1 0 0,1 0 0,1 0 0,-1 1 0,0-1 0,1 1 0,-1 0 0,1 0 0,5-1 0,3 0 0,0 1 0,-1 0 0,1 0 0,0 1 0,0 1 0,0 0 0,0 1 0,0 0 0,22 6 0,131 38 0,40 9 0,17 5 0,58 11 0,279-14 0,0-44 0,-208-22 0,-108 1 0,-88 6 0,709-40 0,-505-2 0,112-12 0,3 33 0,-331 25 0,962-30 0,-545-7 0,-415 35 0,271 34 0,-153 6 0,365 6 0,-305-48 0,265 4 0,-303 26 0,-116-9 0,-123-12 0,-1 1 0,1 2 0,-1 2 0,54 22 0,-99-33 0,1 0 0,0 1 0,0 0 0,-1-1 0,1 1 0,-1 0 0,1 0 0,-1 0 0,1 0 0,-1 0 0,1 1 0,-1-1 0,0 0 0,2 2 0,-3-3 0,0 1 0,0-1 0,0 1 0,-1-1 0,1 1 0,0-1 0,0 1 0,0-1 0,0 0 0,0 1 0,0-1 0,-1 1 0,1-1 0,0 0 0,0 1 0,-1-1 0,1 1 0,0-1 0,0 0 0,-1 1 0,1-1 0,0 0 0,-1 0 0,1 1 0,-1-1 0,1 0 0,0 0 0,-1 0 0,1 1 0,-1-1 0,1 0 0,0 0 0,-1 0 0,-56 12 0,-413 3 0,330-17 0,-268 11 0,-424 65 0,651-50 0,-367 41 0,-657 71-4,606-60-661,-704 50 498,-1-75 200,625-67-66,5 0 200,570 17 437,-106-2-539,206 1-65,0-1 0,0 1 0,0-1 0,1 0 0,-1-1 0,0 1 0,1-1 0,-1 1 0,1-1 0,-1 0 0,1 0 0,0-1 0,0 1 0,0-1 0,0 1 0,-3-4 0,-3-6 0,0 0 0,0-1 0,-6-13 0,8 13 0,0 1 0,-1 1 0,-14-17 0,3 12 0,-1 0 0,-1 2 0,0 0 0,-1 2 0,-46-20 0,16 7 0,22 13 0,1 1 0,-2 1 0,1 2 0,-38-6 0,37 9 0,2-2 0,-1-1 0,1-1 0,-44-20 0,72 28 0,0 1 0,0-1 0,-1 0 0,1 0 0,0 1 0,0-1 0,0 1 0,-1-1 0,1 1 0,0 0 0,-1 0 0,1-1 0,0 1 0,-1 0 0,1 0 0,-1 0 0,1 0 0,0 1 0,-1-1 0,1 0 0,0 0 0,-1 1 0,1-1 0,0 1 0,0-1 0,-1 1 0,1 0 0,0-1 0,0 1 0,0 0 0,0 0 0,0 0 0,0 0 0,0 0 0,0 0 0,0 0 0,0 0 0,1 0 0,-1 0 0,0 0 0,1 1 0,-1-1 0,1 0 0,-1 1 0,1-1 0,0 0 0,0 1 0,-1 1 0,-1 12 0,0-1 0,1 1 0,1 28 0,0-20 0,3 813 0,-6-810 0,0-1 0,-2 1 0,-1-1 0,-1 0 0,-1 0 0,-1-1 0,-22 43 0,8-18 0,6-13 0,-2-1 0,-2 0 0,-1-2 0,-43 52 0,-124 112 0,51-56 0,133-136 0,-26 29 0,-29 41 0,52-64 0,1 0 0,0 1 0,1 0 0,1 0 0,-1 1 0,2-1 0,0 1 0,-3 17 0,8-41 0,2-10 0,0 0 0,13-40 0,2 19 0,2 0 0,1 2 0,3 0 0,33-44 0,129-140 0,-40 51 0,-104 119 0,-2-1 0,-2-1 0,-3-3 0,38-84 0,-54 94 0,3 0 0,2 2 0,39-59 0,-50 89 0,1 0 0,0 0 0,1 1 0,1 1 0,0 1 0,1 0 0,0 1 0,1 1 0,1 0 0,37-16 0,11 4 0,1 3 0,1 3 0,92-11 0,73-19 0,-166 30 0,0-4 0,100-47 0,-166 68 0,-1 0 0,0 0 0,1 0 0,-1 0 0,1 0 0,-1 1 0,1-1 0,0 0 0,-1 1 0,1-1 0,-1 1 0,1 0 0,0-1 0,0 1 0,2 0 0,-28 28 0,-185 168 0,-174 177 0,302-286 0,5 3 0,-97 149 0,131-171 0,27-41 0,34-53 0,-17 22 0,132-205 0,196-234 0,-181 280 0,7 6 0,258-200 0,-392 340 0,-1-1 0,1 1 0,1 1 0,1 1 0,44-20 0,-67 34 0,0 0 0,1 1 0,-1-1 0,1 0 0,-1 1 0,1-1 0,-1 1 0,1 0 0,-1 0 0,1-1 0,-1 1 0,1 0 0,-1 0 0,1 1 0,-1-1 0,1 0 0,-1 0 0,1 1 0,-1-1 0,1 1 0,-1-1 0,0 1 0,2 0 0,-2 1 0,0-1 0,-1 1 0,1-1 0,0 1 0,-1-1 0,0 1 0,1-1 0,-1 1 0,0 0 0,0-1 0,0 1 0,0 0 0,0-1 0,0 1 0,0-1 0,0 1 0,-1 0 0,1-1 0,-1 1 0,-1 2 0,-4 15 0,-2 0 0,0-1 0,-1 0 0,0-1 0,-18 24 0,-71 80 0,69-88 0,-91 101 0,-188 161 0,-161 90 0,403-333 0,41-32 0,1-2 0,-33 34 0,92-69 0,-23 9 0,17-10 0,-1-1 0,0-1 0,-2-2 0,31-31 0,-55 50 0,1 0 0,-1 1 0,0-1 0,-1 0 0,1 0 0,-1 0 0,1 0 0,-1-1 0,0 1 0,0 0 0,0-1 0,0 1 0,-1 0 0,1-1 0,-1 1 0,0-1 0,0 1 0,0 0 0,-1-1 0,1 1 0,-1-1 0,0 1 0,0 0 0,0 0 0,0-1 0,-3-4 0,-4-5 0,-1-1 0,0 1 0,-1 1 0,-20-20 0,-18-27 0,40 43 0,-1 1 0,8 15 0,1 0 0,-1 0 0,1 0 0,-1 1 0,1-1 0,-1 0 0,1 0 0,-1 1 0,1-1 0,-1 0 0,1 1 0,-1-1 0,1 1 0,-1-1 0,1 0 0,0 1 0,-1-1 0,1 1 0,0-1 0,-1 1 0,1-1 0,0 1 0,0 0 0,-1-1 0,1 1 0,0-1 0,0 1 0,0-1 0,0 1 0,0 1 0,-12 21 0,0 0 0,-2 0 0,-1-1 0,0-1 0,-2-1 0,0 0 0,-1-1 0,-1-1 0,-1 0 0,-1-2 0,-24 15 0,44-29 0,-1-1 0,1 0 0,-1 1 0,0-1 0,1 0 0,-1 0 0,0 0 0,0 0 0,0-1 0,0 1 0,1 0 0,-1-1 0,0 0 0,0 1 0,0-1 0,0 0 0,-1 0 0,1 0 0,0 0 0,0 0 0,0 0 0,0-1 0,0 1 0,0-1 0,-3-1 0,3 0 0,0 0 0,1 0 0,-1 0 0,0 0 0,1 0 0,-1-1 0,1 1 0,0-1 0,0 1 0,0-1 0,0 1 0,0-1 0,0 0 0,1 1 0,-1-1 0,1-3 0,-1-15 0,0 0 0,1 0 0,6-34 0,-4 41 0,0 0 0,1 0 0,1 0 0,0 0 0,1 1 0,0-1 0,1 1 0,10-15 0,-11 20 0,1 0 0,0 0 0,1 1 0,0 0 0,0 0 0,0 1 0,1 0 0,0 0 0,0 1 0,1 0 0,-1 0 0,1 1 0,11-4 0,7-1 0,1 2 0,0 2 0,0 0 0,1 2 0,-1 0 0,1 3 0,-1 0 0,46 7 0,23 8 0,105 32 0,-200-47 0,695 233 0,-20 59 0,-543-219 0,-129-71 0,-1 0 0,0-1 0,1 0 0,-1 0 0,1 0 0,-1-1 0,1 1 0,-1-1 0,1 0 0,-1 0 0,1-1 0,-1 0 0,1 1 0,-1-1 0,1-1 0,-1 1 0,0-1 0,6-2 0,10-6 0,-1 0 0,27-20 0,-37 25 0,42-33 0,-2-1 0,-1-3 0,65-73 0,107-159 0,-165 192 0,-39 56 0,1 1 0,1 0 0,30-31 0,-46 54 0,-1 1 0,1 0 0,0 0 0,-1-1 0,1 1 0,0 0 0,0 0 0,0 1 0,0-1 0,0 0 0,0 1 0,0-1 0,0 1 0,0-1 0,0 1 0,0 0 0,0 0 0,0 0 0,0 0 0,1 1 0,-1-1 0,0 0 0,0 1 0,0-1 0,0 1 0,0 0 0,0 0 0,-1 0 0,1 0 0,0 0 0,0 0 0,-1 0 0,1 1 0,0-1 0,-1 0 0,1 1 0,1 3 0,9 7 0,-1 2 0,-1-1 0,16 27 0,-13-18 0,-2-6 0,7 7 0,-2 0 0,-1 1 0,-1 1 0,-1 1 0,-1 0 0,9 29 0,-21-52 0,1-1 0,0 1 0,-1 0 0,0 0 0,1-1 0,-1 1 0,0 0 0,-1-1 0,1 1 0,0 0 0,-1 0 0,0-1 0,1 1 0,-1 0 0,0-1 0,0 1 0,0-1 0,-1 0 0,1 1 0,-1-1 0,1 0 0,-1 0 0,0 1 0,0-1 0,0-1 0,0 1 0,-3 2 0,-3 1 0,-1 0 0,0 0 0,-1-1 0,1 0 0,-1-1 0,-16 4 0,-49 9 0,0-3 0,-114 4 0,-160-13 0,314-4 0,-23-2 0,261-1 0,970-75 0,-766 44 0,-249 25 0,-147 9 0,-1 0 0,0 0 0,0 1 0,15 3 0,-25-4 0,1 0 0,-1 1 0,0-1 0,1 0 0,-1 0 0,1 0 0,-1 0 0,0 0 0,1 1 0,-1-1 0,1 0 0,-1 0 0,0 0 0,1 1 0,-1-1 0,0 0 0,0 1 0,1-1 0,-1 0 0,0 1 0,0-1 0,1 0 0,-1 1 0,0-1 0,0 0 0,0 1 0,1-1 0,-1 1 0,0-1 0,0 1 0,0-1 0,0 0 0,0 1 0,0-1 0,0 1 0,0-1 0,0 0 0,0 2 0,-2 0 0,0 0 0,1 0 0,-1 0 0,0 0 0,0 0 0,0 0 0,-1 0 0,1-1 0,0 1 0,-1-1 0,-2 2 0,-57 28 0,-121 41 0,102-42 0,68-25 0,-1469 570 0,1426-553 0,38-17 0,1 2 0,0 0 0,0 0 0,1 2 0,0 0 0,-18 14 0,34-23 0,0 0 0,0 0 0,-1 0 0,1 0 0,0 0 0,0 0 0,0 0 0,0 0 0,0 0 0,0 1 0,-1-1 0,1 0 0,0 0 0,0 0 0,0 0 0,0 0 0,0 0 0,0 0 0,0 1 0,0-1 0,0 0 0,0 0 0,-1 0 0,1 0 0,0 0 0,0 1 0,0-1 0,0 0 0,0 0 0,0 0 0,0 0 0,0 0 0,0 1 0,0-1 0,0 0 0,0 0 0,0 0 0,1 0 0,-1 1 0,0-1 0,0 0 0,0 0 0,0 0 0,0 0 0,0 0 0,0 0 0,0 1 0,0-1 0,0 0 0,1 0 0,-1 0 0,0 0 0,0 0 0,0 0 0,0 0 0,0 0 0,1 0 0,17 1 0,21-7 0,0-1 0,62-21 0,-47 12 0,1592-331-1966,-1467 322 983,-112 20 340,-66 5 637,-1 0 0,0 0 0,1 0-1,-1 0 1,0 0 0,1 0 0,-1 0 0,0 0 0,1 0 0,-1 0 0,0 0-1,1 0 1,-1 0 0,0 0 0,1 0 0,-1 0 0,0 0 0,1 0-1,-1 0 1,0 0 0,1 1 0,-1-1 0,0 0 0,0 0 0,1 0 0,-1 1-1,0-1 1,0 0 0,1 0 0,-1 1 0,0-1 0,0 0 0,0 0-1,1 1 1,-1-1 0,0 0 0,0 1 0,0-1 0,-24 15-123,-57 13 127,-153 35-1,-734 134 334,-8-33 2149,858-145-2286,-226 30-94,335-50-100,20-5 0,36-10 0,481-102-64,-20 6 845,-502 111-760,0-1 0,0 1 0,0-1-1,-1-1 1,1 1 0,5-4 0,-11 5-21,0 1 0,1 0 0,-1 0 0,0 0 0,0 0 0,0 0 0,0-1-1,0 1 1,0 0 0,0 0 0,0 0 0,0-1 0,0 1 0,0 0 0,0 0 0,0 0 0,0 0-1,0-1 1,0 1 0,0 0 0,0 0 0,0 0 0,0-1 0,0 1 0,0 0 0,0 0 0,0 0-1,0 0 1,0-1 0,0 1 0,-1 0 0,1 0 0,0 0 0,0 0 0,0 0 0,0-1 0,0 1-1,0 0 1,-1 0 0,1 0 0,0 0 0,0 0 0,0 0 0,0 0 0,-1 0 0,1 0 0,0-1-1,0 1 1,0 0 0,-1 0 0,1 0 0,0 0 0,0 0 0,-30-5 2,-70 0-2,-194 17 0,202-6 0,-527 59 0,583-56 0,32-5 0,25-2 0,212-8 0,-179 3 0,227-15 0,2006-146-3527,-2212 158 3527,-20 1 0,82 3 0,-119 6 0,-17-3 0,-1-1 0,0 0 0,0 0 0,0 0 0,0 0 0,0 1 0,0-1 0,0 0 0,1 0 0,-1 0 0,0 0 0,0 1 0,0-1 0,0 0 0,0 0 0,0 0 0,0 1 0,0-1 0,0 0 0,0 0 0,0 0 0,0 1 0,0-1 0,0 0 0,0 0 0,0 0 0,-1 1 0,1-1 0,0 0 0,0 0 0,0 0 0,0 1 0,0-1 0,0 0 0,0 0 0,-1 0 0,1 0 0,0 0 0,0 1 0,0-1 0,0 0 0,-1 0 0,1 0 0,0 0 0,0 0 0,0 0 0,-1 0 0,-17 11 0,0-1 0,0 0 0,-1-2 0,-1 0 0,-37 9 0,0 1 0,-848 246-553,-7-49-946,769-183 1536,25-3 586,91-17-508,27-12-114,1 1 0,-1-1 0,0 1 1,1-1-1,-1 1 0,1-1 0,0 1 0,-1-1 0,1 0 0,-1 1 1,1-1-1,0 0 0,-1 1 0,1-1 0,0 0 0,-1 0 0,1 0 1,0 0-1,-1 1 0,1-1 0,0 0 0,-1 0 0,1 0 1,1-1-1,92 5-30,169-12 29,151-16-164,101-17-573,2811-403 1680,-2924 368-650,-359 67-233,-71 14-62,-272 52 1473,-2-13-1,-420 6 0,224-51-1470,481 1 0,0 0 0,0 2 0,0 0 0,-22 5 0,23 2 0,16-9 0,0 1 0,0-1 0,1 1 0,-1-1 0,0 1 0,1 0 0,-1-1 0,0 0 0,1 1 0,-1-1 0,1 1 0,-1-1 0,1 1 0,-1-1 0,1 0 0,-1 1 0,1-1 0,0 0 0,-1 0 0,1 0 0,-1 1 0,1-1 0,-1 0 0,1 0 0,0 0 0,-1 0 0,1 0 0,0 0 0,-1 0 0,1 0 0,0 0 0,27 4 0,0 0 0,57-1 0,-31-3 0,1502-41-851,-1-98 474,-1419 125 377,-132 13 0,0 0 0,1 1 0,-1-1 0,0 1 0,1 0 0,-1 0 0,0 0 0,1 1 0,4 1 0,-57 16 0,-1526 450 0,1323-396 0,-97 29 0,342-99 23,-1-1 0,1 1-1,0 1 1,0-1 0,0 1-1,-10 7 1,16-10-15,0 0 0,0 0-1,0 1 1,1-1 0,-1 0 0,0 1-1,0-1 1,0 0 0,1 0-1,-1 1 1,0-1 0,0 0 0,0 0-1,1 1 1,-1-1 0,0 0 0,0 0-1,1 0 1,-1 0 0,0 0-1,1 1 1,-1-1 0,0 0 0,1 0-1,-1 0 1,0 0 0,0 0 0,1 0-1,-1 0 1,0 0 0,1 0-1,-1 0 1,0 0 0,1 0 0,-1 0-1,0 0 1,1-1 0,39 2 399,234-24-46,-157 10-354,241-21-171,788-87-2047,200-20-1287,-1259 131 3054,-46 5 306,0 1 0,51 3 0,-81 4 138,-21 4 0,-35 12 4,-58 14 0,48-16 151,-591 175 2374,368-110-1289,132-36-257,136-43-821,1 0 0,0 1 0,1 0 0,-12 7 0,20-11-155,0 0 0,-1 0 1,1 1-1,0-1 0,0 0 1,0 0-1,0 0 0,-1 0 1,1 0-1,0 0 0,0 1 1,0-1-1,0 0 0,0 0 1,0 0-1,-1 0 0,1 1 1,0-1-1,0 0 0,0 0 1,0 0-1,0 1 1,0-1-1,0 0 0,0 0 1,0 0-1,0 1 0,0-1 1,0 0-1,0 0 0,0 0 1,0 1-1,0-1 0,0 0 1,0 0-1,0 0 0,1 1 1,-1-1-1,0 0 0,0 0 1,0 0-1,0 0 0,0 1 1,0-1-1,1 0 0,-1 0 1,0 0-1,0 0 0,0 0 1,0 0-1,1 1 0,-1-1 1,0 0-1,0 0 0,0 0 1,0 0-1,1 0 0,-1 0 1,0 0-1,36 4 420,141-12-362,182-32 1,-188 18-58,96-10-8,-227 24 0,-29 5 0,-14 0 0,-396 0 0,226 7 0,143-4 0,-123-3 0,118-5 0,29-1 0,19-6 0,8 4 0,0 1 0,0 0 0,1 2 0,0 0 0,25-4 0,-1-2 0,3 0 0,342-110 0,-271 81 0,136-71 0,-245 108 0,41-23 0,-51 28 0,1 0 0,-1 0 0,1 0 0,-1 0 0,0 0 0,0-1 0,1 1 0,-1 0 0,0-1 0,0 1 0,0 0 0,0-1 0,-1 1 0,1-1 0,0 0 0,-1 1 0,1-1 0,-1 1 0,1-1 0,-1 0 0,0 0 0,1 1 0,-1-1 0,0 0 0,-1-3 0,0 3 0,0 0 0,0 0 0,-1 0 0,1 0 0,0 1 0,-1-1 0,0 0 0,1 1 0,-1-1 0,0 1 0,0-1 0,0 1 0,0 0 0,0 0 0,0 0 0,0 0 0,0 0 0,-4-1 0,-18-6 0,-1 0 0,-1 2 0,0 0 0,-36-2 0,-114 0 0,105 6 0,-411-1 0,128 2 0,322 0 0,-48-6 0,59-2 0,21 9 0,0 0 0,0-1 0,0 1 0,0 0 0,0-1 0,0 1 0,0-1 0,0 1 0,0 0 0,0-1 0,0 1 0,0 0 0,0-1 0,0 1 0,0-1 0,1 1 0,-1 0 0,0-1 0,0 1 0,0 0 0,0-1 0,1 1 0,-1 0 0,0-1 0,0 1 0,1 0 0,-1 0 0,0-1 0,1 1 0,-1 0 0,0 0 0,1-1 0,-1 1 0,0 0 0,1 0 0,-1 0 0,1 0 0,17-9 0,0 2 0,1 0 0,28-5 0,188-47 0,735-155-991,-208 48 815,-597 126 176,-102 18 0,-63 22 0,1 0 0,-1 0 0,0 0 0,0 0 0,1 0 0,-1 0 0,0 0 0,0 0 0,1 0 0,-1 0 0,0 0 0,0 0 0,1-1 0,-1 1 0,0 0 0,0 0 0,0 0 0,1 0 0,-1 0 0,0-1 0,0 1 0,0 0 0,0 0 0,1 0 0,-1-1 0,0 1 0,0 0 0,0 0 0,0-1 0,0 1 0,0 0 0,0 0 0,0-1 0,0 1 0,0 0 0,0 0 0,0-1 0,0 1 0,0 0 0,0 0 0,0-1 0,0 1 0,0 0 0,0 0 0,0 0 0,0-1 0,0 1 0,0 0 0,0 0 0,-1-1 0,1 1 0,0 0 0,-33-6 0,-50 6 0,-145 19 0,161-12 0,-270 34 0,-2267 345-1530,2206-323 2364,387-63-617,28-6-178,57-15-55,139-37 16,97-24 0,522-132-948,437-118-1228,-1019 260 2305,-222 63 110,-1 0 0,41-21 0,-67 30-231,0 0 0,-1 0 1,1-1-1,-1 1 0,1 0 1,-1 0-1,1-1 0,-1 1 1,1 0-1,-1-1 0,1 1 1,-1-1-1,0 1 0,1-1 0,-1 1 1,0 0-1,1-1 0,-1 1 1,0-1-1,1 0 0,-1 1 1,0-1-1,0 1 0,0-1 1,1 1-1,-1-1 0,0 1 1,0-1-1,0 0 0,0 1 0,0-1 1,-1 0 0,0 0 0,-1 0 0,1 0 0,0 1 0,0-1-1,0 0 1,-1 1 0,1-1 0,0 1 0,-1 0 0,1-1 0,0 1 0,-1 0 0,1 0 0,-3 0 0,-31-1 11,0 1 1,-36 6-1,-205 28-20,-117 27-164,-438 77-1291,-922 141 690,1635-264 1715,106-17-544,33-6-123,338-81-143,-268 69-149,346-77-155,263-51-956,832-184-674,-1348 287 2098,-116 23-260,-68 22-44,0 0 0,0 0 0,0 0 0,0 0 0,-1 0 0,1-1 0,0 1-1,0 0 1,0 0 0,0 0 0,0 0 0,0 0 0,0 0 0,0-1 0,0 1 0,-1 0 0,1 0 0,0 0 0,0 0 0,0-1-1,0 1 1,0 0 0,0 0 0,0 0 0,0 0 0,0 0 0,0-1 0,0 1 0,0 0 0,0 0 0,1 0 0,-1 0 0,0-1 0,0 1-1,0 0 1,0 0 0,0 0 0,0 0 0,0 0 0,0 0 0,0-1 0,0 1 0,1 0 0,-1 0 0,0 0 0,0 0 0,0 0 0,0 0-1,0 0 1,0 0 0,1 0 0,-1 0 0,0-1 0,0 1 0,0 0 0,0 0 0,1 0 0,-1 0 0,0 0 0,0 0 0,-39 0-5,-518 74 4,352-41 166,84-13 179,-1369 188 50,1249-190-410,233-17 16,-1-1 0,0 1 0,1-2 0,-1 1 0,1-1 0,-1-1 0,1 1 0,-1-1 0,-9-4 0,18 5 0,-1 1 0,1-1 0,0 1 0,0-1 0,0 1 0,-1-1 0,1 0 0,0 1 0,0-1 0,0 1 0,0-1 0,0 1 0,0-1 0,0 1 0,0-1 0,0 1 0,0-1 0,1 1 0,-1-1 0,0 1 0,0-1 0,0 1 0,1-1 0,-1 1 0,0-1 0,1 1 0,-1-1 0,0 1 0,1-1 0,-1 1 0,0 0 0,1-1 0,-1 1 0,1 0 0,-1-1 0,1 1 0,-1 0 0,1 0 0,-1-1 0,1 1 0,-1 0 0,2 0 0,61-30 0,203-52 0,171-26-164,569-115-1078,646-160 1097,-1402 312 700,-232 65-502,0-1 0,-1 0 0,26-14-1,-43 21-47,1 0 0,-1-1 0,1 1 0,-1 0 0,1 0 0,-1 0 0,0 0 0,1-1 0,-1 1 0,0 0 0,1 0 0,-1-1 0,0 1 0,1 0 0,-1-1 0,0 1 0,1 0 0,-1-1 0,0 1 0,0 0 0,0-1 0,1 1 0,-1 0 0,0-1 0,0 1 0,0-1 0,0 1 0,0-1 0,0 1 0,0 0 0,0-1 0,0 1 0,0-1 0,0 1 0,0-1 0,0 1 0,0 0 0,0-1 0,0 1 0,0-1 0,0 1 0,-1-1 0,1 1 0,0 0 0,0-1 0,0 1 0,-1 0 0,1-1 0,0 1 0,-1 0 0,1-1 0,0 1 0,-1-1 0,-6-1 75,1 0 0,-1 0 0,0 1 0,0 0 1,0 0-1,0 0 0,-8 1 0,-256 13 903,-208 37-327,-197 38-1312,-147 26-327,-2459 361-2949,2797-403 2949,347-51 603,39-5-386,-119 5 0,206-24 402,40-6 123,148-28 131,149-22 110,119-17 0,2091-384 1344,-2298 410-485,-217 45-613,0 1-1,0-2 1,23-10 0,-43 16-239,0 0 0,0 0 1,1 0-1,-1 0 0,0 0 1,0-1-1,0 1 0,1 0 1,-1 0-1,0 0 0,0 0 1,0 0-1,0 0 0,1 0 1,-1 0-1,0-1 0,0 1 1,0 0-1,0 0 0,0 0 1,1 0-1,-1-1 0,0 1 1,0 0-1,0 0 0,0 0 1,0 0-1,0-1 1,0 1-1,0 0 0,0 0 1,0 0-1,0-1 0,0 1 1,0 0-1,0 0 0,0-1 1,0 1-1,0 0 0,0 0 1,0 0-1,0-1 0,0 1 1,0 0-1,0 0 0,0 0 1,0 0-1,-1-1 0,1 1 1,0 0-1,0 0 0,0 0 1,0 0-1,0 0 0,-1-1 1,1 1-1,0 0 0,0 0 1,0 0-1,0 0 0,-1 0 1,1 0-1,0 0 0,0 0 1,0 0-1,-1-1 0,-32-4 485,-71 2-97,0 5 1,-113 16 0,120-8-252,-377 41 712,-125 24 127,-1133 165 300,-56 7-441,1749-241-842,-73 1 0,106-11 0,14-3 0,47-18 0,217-69 0,233-55-164,193-48-655,330-89-368,1162-330-1558,-1698 470 1762,-180 46 0,-286 92 806,0-1 0,-1-2 0,36-20 0,-60 31 179,-1 0 0,1 0 0,-1 0 0,1 0 0,-1-1 0,1 1 0,-1 0-1,1 0 1,-1-1 0,0 1 0,1 0 0,-1-1 0,0 1 0,1-1 0,-1 1 0,0 0 0,1-1 0,-1 1 0,0-1 0,0 1 0,1-1 0,-1 1 0,0-1 0,0 1 0,0-1-1,0 1 1,0-1 0,0 1 0,0-1 0,0 1 0,0-1 0,0 1 0,0-1 0,0 1 0,0-1 0,0 1 0,0-1 0,0 1 0,-1 0 0,1-2 0,-3 1 15,1 0-1,0 0 1,-1-1 0,0 2 0,1-1 0,-1 0 0,1 0 0,-1 1 0,0 0 0,0-1-1,-2 1 1,-43 0 21,0 1-1,-62 11 0,-310 59-37,-206 55-164,-199 51-655,-130 38-164,-52 16 104,61-13 475,144-33 344,195-43 60,464-108 0,-262 68 0,555-135 507,-1 2-31,268-63 507,140-35-150,572-128-661,198-46 1764,-1200 270-1487,-116 28-387,-36 7-53,-380 79-9,333-64 0,-426 104-164,-152 46-606,-1067 265 1037,-471 124 837,2054-521-285,450-123 354,115-31-1298,1729-461-1334,-1855 492 1623,-258 74 245,51-25 1,-97 39-397,-1 0 0,1 0-1,-1 0 1,1 0 0,-1 0 0,0 0 0,1 0 0,-1 0 0,1 0 0,-1 0 0,0 0 0,1-1 0,-1 1 0,1 0 0,-1 0 0,0-1 0,1 1-1,-1 0 1,0 0 0,1-1 0,-1 1 0,0 0 0,1-1 0,-1 1 0,0-1 0,0 1 0,0 0 0,1-1 0,-1 1 0,0-1 0,0 1 0,0 0-1,0-1 1,0 1 0,0-1 0,0 1 0,0-1 0,-25 0 479,-256 56 1072,167-29-1162,-238 53 550,-704 183-1113,-34 9-460,863-222 784,199-43 111,0-2-1,-43 2 0,70-6-244,-1 1 1,1-2 0,-1 1-1,1 0 1,-1 0 0,1 0-1,-1-1 1,1 1 0,-1-1 0,1 1-1,0-1 1,-1 1 0,1-1-1,0 0 1,-2-1 0,3 2-18,0-1 0,-1 1 0,1-1 0,0 1 0,0-1 1,0 0-1,0 1 0,0-1 0,0 1 0,0-1 0,0 0 0,0 1 1,0-1-1,0 0 0,0 1 0,0-1 0,0 1 0,0-1 0,1 1 1,-1-1-1,0 0 0,0 1 0,1-1 0,-1 1 0,0-1 0,1 1 1,-1-1-1,1 1 0,-1 0 0,1-1 0,12-11 47,0 1-1,1 0 1,0 1-1,27-14 1,465-231-13,28 25-144,-420 183 19,200-83-651,220-94-1147,-493 206 1824,40-25 0,-79 43 54,-1-1 0,1 0 0,0 0 0,0 0-1,-1 0 1,1-1 0,-1 1 0,1 0 0,-1-1-1,0 1 1,1-1 0,-1 1 0,0-1 0,0 0 0,0 1-1,0-1 1,0-2 0,-1 3-1,0 1 0,0-1 0,-1 0 1,1 0-1,-1 1 0,1-1 0,0 0 0,-1 1 0,1-1 0,-1 1 0,0-1 1,1 0-1,-1 1 0,1-1 0,-1 1 0,0 0 0,1-1 0,-1 1 0,0-1 1,1 1-1,-1 0 0,0 0 0,0-1 0,0 1 0,1 0 0,-1 0 1,-1 0-1,-15-3-1,0 1 0,0 1 0,-19 2 0,-178 17 1,-657 153-392,21 92-1,720-216 885,-133 68-1,254-110-364,1-1-1,-1 2 1,1-1-1,0 1 0,-9 8 1,17-14-110,-1 1 0,1-1 0,-1 1 0,1-1 1,-1 1-1,1-1 0,0 1 0,-1 0 0,1-1 0,0 1 0,-1 0 1,1-1-1,0 1 0,0 0 0,0-1 0,0 1 0,-1 0 1,1-1-1,0 1 0,0 0 0,0-1 0,1 1 0,-1 0 0,0-1 1,0 1-1,0 0 0,0-1 0,1 2 0,1 0 31,-1-1-1,1 1 0,0-1 1,0 1-1,-1-1 0,1 0 1,0 0-1,0 0 0,0 0 1,0 0-1,0-1 0,1 1 1,-1-1-1,2 1 0,20 4 180,0-2-1,0-1 1,32-1-1,186-13 283,1476-193-1644,-586 58 2188,-1244 174-1053,-809 226-387,481-125 259,231-71 235,-273 85 634,473-139-692,1 0 1,0 0-1,0 1 1,0 0-1,-14 9 1,22-13-50,-1 0 0,1 1 1,0-1-1,0 0 0,0 0 0,0 1 1,-1-1-1,1 0 0,0 0 0,0 1 1,0-1-1,0 0 0,0 0 0,0 1 1,0-1-1,0 0 0,0 0 1,0 1-1,0-1 0,0 0 0,0 1 1,0-1-1,0 0 0,0 0 0,0 1 1,0-1-1,0 0 0,0 0 0,0 1 1,0-1-1,0 0 0,0 0 0,1 1 1,-1-1-1,0 0 0,0 0 1,0 1-1,1-1 0,-1 0 0,0 0 1,0 0-1,0 0 0,1 1 0,-1-1 1,0 0-1,0 0 0,1 0 0,-1 0 1,0 0-1,0 0 0,1 0 0,-1 0 1,0 0-1,1 0 0,-1 0 0,1 0 1,48 5-8,156-20 7,149-28-163,118-28-657,1946-404-3676,-2264 442 4077,86-19-564,-196 41 675,11-1-345,-108 34-267,-157 51 440,-167 57 237,-124 45-419,-74 27 633,-1555 599 2215,2016-756-2161,59-25 294,0 3 1,-73 43-1,125-63-73,10-5 0,37-15 245,160-69 456,150-60-439,142-57-1139,2059-807-369,-2434 965 1264,170-69 1194,-268 103-975,-37 13-364,-59 19 24,-126 47 652,-108 38-73,-1120 343 102,-31-100-790,1454-348-34,-483 74 0,475-74 0,0 0 0,0-1 0,-1 0 0,1-1 0,-21-3 0,32 3 0,0 1 0,1 0 0,-1 0 0,0 0 0,1-1 0,-1 1 0,0 0 0,1-1 0,-1 1 0,1-1 0,-1 1 0,1 0 0,-1-1 0,1 1 0,-1-1 0,1 1 0,-1-1 0,1 0 0,0 1 0,-1-1 0,1 1 0,0-1 0,-1 0 0,1 1 0,0-1 0,0 0 0,0 1 0,0-1 0,0 0 0,-1 0 0,1 1 0,0-1 0,1 0 0,-1 1 0,0-1 0,0 0 0,0 1 0,0-1 0,0 0 0,1 1 0,-1-1 0,0 0 0,1 1 0,-1-1 0,0 1 0,1-1 0,-1 1 0,1-1 0,-1 0 0,1 1 0,-1 0 0,1-1 0,-1 1 0,1-1 0,0 1 0,0-1 0,9-8 0,0 0 0,0 0 0,1 1 0,0 0 0,1 1 0,14-7 0,90-36 0,-74 33 0,619-222 0,11 37 0,-506 157 0,-103 34 109,-63 11-105,0 0 1,-1 0-1,1 0 1,0 0-1,0 1 1,0-1-1,0 0 1,-1 0-1,1 0 1,0 0 0,0 0-1,0 0 1,0 0-1,0 0 1,0 0-1,-1 0 1,1 1-1,0-1 1,0 0-1,0 0 1,0 0-1,0 0 1,0 0-1,0 0 1,0 1-1,-1-1 1,1 0-1,0 0 1,0 0-1,0 0 1,0 1-1,0-1 1,0 0-1,0 0 1,0 0-1,0 0 1,0 0-1,0 1 1,0-1 0,0 0-1,0 0 1,0 0-1,0 0 1,1 1-1,-1-1 1,0 0-1,0 0 1,0 0-1,0 0 1,0 0-1,0 1 1,0-1-1,0 0 1,0 0-1,1 0 1,-1 0-1,0 0 1,0 0-1,0 0 1,0 0-1,0 1 1,1-1-1,-1 0 1,0 0-1,-38 20 567,-565 203 283,440-169-940,-453 146-815,-380 131 775,922-302 126,65-23 0,10-2 0,39-7 0,155-37 0,153-38-164,169-41-655,1053-215-1424,13 68-430,-1234 225 1690,-289 36 492,96 5-1,-148 0 408,0 1-1,0 0 1,0 0-1,0 1 1,0 0-1,-1 0 0,1 1 1,-1-1-1,13 8 1,-18-9 58,-1 0 1,0 1-1,0-1 1,0 0-1,0 0 1,1 0 0,-2 1-1,1-1 1,0 1-1,0-1 1,0 1-1,-1-1 1,1 1-1,0-1 1,-1 1-1,0-1 1,1 1 0,-1 2-1,0-1-15,0 0 1,-1 1-1,1-1 0,-1 0 0,0 1 1,0-1-1,0 0 0,0 0 1,0 0-1,-1 0 0,-2 5 0,-8 8 37,0 0-1,0 0 0,-1-2 0,-29 26 0,-75 52 690,105-83-606,-140 98 837,82-61 101,-126 111-1,193-155-946,0 0 1,1 1-1,-1 0 0,1-1 1,0 1-1,0 0 1,0 0-1,0 1 1,-2 3-1,4-7-59,0 1 0,0-1-1,0 1 1,0-1 0,0 0 0,0 1 0,0-1 0,0 0-1,1 1 1,-1-1 0,0 1 0,0-1 0,0 0-1,0 1 1,1-1 0,-1 0 0,0 1 0,0-1-1,1 0 1,-1 0 0,0 1 0,1-1 0,-1 0-1,0 0 1,0 1 0,1-1 0,-1 0 0,1 0 0,-1 0-1,0 0 1,1 0 0,-1 1 0,0-1 0,1 0-1,-1 0 1,1 0 0,-1 0 0,0 0 0,1 0-1,-1 0 1,1 0 0,-1 0 0,0-1 0,1 1 0,-1 0-1,17-2 180,-1-1 0,0-1 0,17-6 0,-32 10-185,193-66 978,98-43 0,602-224 655,7 30-1584,-790 274-277,-104 29 191,-8 4 15,-25 11 10,-344 145 7,313-138 0,-352 133-163,296-112-7,-1244 459-2082,-15-34-303,1350-461 2551,0 0 0,-36 5 0,55-15 34,13-5 10,54-27 58,198-82-58,187-74-204,129-50-655,2409-928-3741,-2897 1133 4133,-76 29 322,-51 17 168,-368 134 1372,254-88-1068,-334 120 416,-133 41-766,-2777 900-293,3062-1022-707,314-89 830,0-1 0,0-1 0,-1-1 0,1 0 0,-38-1 0,56-2 146,1 0 0,-1 0 0,1 0 0,-1 0 0,1 0 1,-1-1-1,1 1 0,0 0 0,-1 0 0,1 0 0,-1 0 1,1-1-1,-1 1 0,1 0 0,0 0 0,-1-1 0,1 1 1,0 0-1,-1-1 0,1 1 0,0 0 0,-1-1 0,1 1 1,0-1-1,0 1 0,0 0 0,-1-1 0,1 1 0,0-1 0,0 1 1,0-1-1,0 1 0,0-1 0,0 1 0,0-1 0,0 1 1,0-1-1,0 1 0,0 0 0,0-1 0,0 1 0,0-1 1,0 1-1,0-1 0,0 1 0,1-1 0,-1 1 0,0 0 1,1-1-1,2-4-25,0 1 1,1-1 0,0 1-1,0 0 1,0 0 0,9-6-1,44-29-17,84-44-1,227-102 50,126-41 0,1897-706 590,-2229 878 393,-130 48-501,-32 6-475,0 0-1,0 0 1,0 0 0,0 0-1,-1 0 1,1 1-1,0-1 1,0 0-1,0 0 1,0 0 0,0 0-1,0 0 1,-1 0-1,1 0 1,0 1-1,0-1 1,0 0 0,0 0-1,0 0 1,0 0-1,0 0 1,0 1 0,0-1-1,0 0 1,0 0-1,0 0 1,0 0-1,0 1 1,0-1 0,0 0-1,0 0 1,0 0-1,0 0 1,0 1-1,0-1 1,0 0 0,0 0-1,0 0 1,0 0-1,0 0 1,0 1 0,0-1-1,0 0 1,0 0-1,0 0 1,1 0-1,-1 0 1,0 1 0,0-1-1,0 0 1,0 0-1,0 0 1,0 0-1,1 0 1,-1 0 0,0 0-1,0 0 1,0 0-1,0 0 1,0 0 0,1 0-1,-1 0 1,0 0-1,0 0 1,-20 15 223,-1-2 1,-30 14-1,-167 81 680,-600 274 1390,-41 20 315,666-306-1632,175-88-738,1 2-1,0 0 1,-22 17 0,38-27-236,1 1 0,0-1 0,-1 0 1,1 0-1,0 0 0,0 1 0,-1-1 0,1 0 1,0 0-1,0 0 0,0 1 0,-1-1 1,1 0-1,0 0 0,0 1 0,0-1 1,0 0-1,0 1 0,0-1 0,-1 0 1,1 0-1,0 1 0,0-1 0,0 0 1,0 1-1,0-1 0,0 0 0,0 1 1,0-1-1,0 0 0,0 1 0,0-1 0,1 0 1,-1 1-1,0-1 0,0 0 0,0 0 1,0 1-1,0-1 0,1 0 0,-1 0 1,0 1-1,0-1 0,0 0 0,1 0 1,-1 1-1,0-1 0,0 0 0,1 0 1,30 4 329,129-25-180,118-32-159,714-127-963,7 58 663,-750 112 300,-222 10 0,0 1 0,0 1 0,41 9 0,-65-10 4,0 0-1,0 0 1,0 0-1,0 0 1,-1 0-1,1 0 1,0 1-1,-1-1 1,1 1-1,-1 0 1,0 0-1,1 0 1,2 3-1,-4-4 7,-1 0 0,1 1-1,-1-1 1,1 0 0,-1 0 0,0 0-1,1 1 1,-1-1 0,0 0-1,0 0 1,0 1 0,0-1 0,0 0-1,0 0 1,0 1 0,0-1-1,0 0 1,-1 0 0,1 1 0,-1-1-1,1 0 1,-1 2 0,-5 5 59,1-1 1,-1 1-1,0-1 1,-1 0-1,0-1 1,0 1-1,-12 7 1,-31 22 30,-69 37 1,-679 299-555,652-311 155,-585 249 1371,1050-436-1024,566-196-566,13-5 1045,-850 310-527,-104 42 0,-217 94 98,-1070 505-3084,1303-603 2828,-11 5-15,0 2-1,-55 42 1,93-56 173,13-14 0,0 0 0,0 1 0,0-1 0,1 0 0,-1 0 0,0 0 0,0 1 0,0-1 0,0 0 0,0 0 0,1 0 0,-1 0 0,0 1 0,0-1 0,0 0 0,0 0 0,1 0 0,-1 0 0,0 0 0,0 0 0,0 0 0,1 1 0,-1-1 0,0 0 0,0 0 0,1 0 0,-1 0 0,0 0 0,0 0 0,1 0 0,-1 0 0,0 0 0,0 0 0,0 0 0,1 0 0,-1 0 0,0-1 0,0 1 0,1 0 0,-1 0 0,0 0 0,0 0 0,0 0 0,1 0 0,-1 0 0,0-1 0,36-9 0,-1-1 0,0-2 0,39-21 0,-12 5 0,1418-729 983,-1430 731-631,-24 13 51,0-1 1,-1-1 0,31-25-1,-48 29 81,-16 7-48,-3 6-323,-1 0 0,0 1 0,1 0 0,-14 4 0,-802 244-270,468-133-569,-1113 300-3112,1425-406 3615,-54 5 0,99-16 218,0 1 1,1-1-1,-1 0 1,1 0 0,-1 0-1,0 0 1,1 0-1,-1-1 1,1 1-1,-1 0 1,0-1 0,1 1-1,-3-2 1,3 1 4,1 1-1,0-1 1,0 0 0,0 1-1,0-1 1,0 1 0,1-1 0,-1 1-1,0-1 1,0 0 0,0 1 0,0-1-1,1 1 1,-1-1 0,0 1 0,0-1-1,1 1 1,-1-1 0,0 1-1,1 0 1,-1-1 0,1 1 0,-1-1-1,0 1 1,1 0 0,-1-1 0,1 1-1,-1 0 1,1 0 0,-1-1 0,1 1-1,0 0 1,27-17 0,1 1 0,38-14 0,191-76 0,117-42-100,251-95-354,1094-448 408,-1450 566 210,-242 111 40,0-1-1,-2-1 1,29-22 0,-54 37-179,0 1 1,0-1 0,0 0-1,0 0 1,0-1 0,0 1-1,0 0 1,0 0 0,0 0-1,0-1 1,-1 1 0,1 0-1,0-1 1,-1 1 0,1-1-1,-1 1 1,1-3-1,-1 3-12,-1 1-1,1-1 0,-1 0 0,1 0 0,0 1 0,-1-1 0,0 1 0,1-1 0,-1 0 1,1 1-1,-1-1 0,0 1 0,1-1 0,-1 1 0,0 0 0,1-1 0,-1 1 0,0 0 0,0-1 1,1 1-1,-1 0 0,0 0 0,0-1 0,0 1 0,1 0 0,-1 0 0,-1 0 0,-21 0 20,0 1 0,1 1 0,-1 1 0,-24 6 0,-215 53-32,-130 49 0,-1441 526-1598,1546-516 1598,112-35 0,169-83-1,0 1 0,0-1 0,0 1 0,0 1-1,1-1 1,-1 1 0,1 0 0,-7 10-1,11-15 3,1 0 0,0 1-1,0-1 1,0 1 0,0-1-1,0 0 1,0 1 0,-1-1-1,1 1 1,0-1-1,0 0 1,0 1 0,1-1-1,-1 1 1,0-1 0,0 0-1,0 1 1,0-1-1,0 1 1,0-1 0,0 0-1,1 1 1,-1-1 0,0 0-1,0 1 1,1-1-1,-1 0 1,0 1 0,0-1-1,1 0 1,-1 0 0,0 1-1,1-1 1,-1 0-1,0 0 1,1 0 0,-1 1-1,0-1 1,1 0 0,-1 0-1,1 0 1,-1 0-1,0 0 1,2 0 0,3 1 20,1 0 0,0-1-1,-1 0 1,1 0 0,0 0 0,7-2 0,168-39 798,139-44 164,136-39-327,90-23-1196,771-189-247,17 44 317,-1123 255 470,-155 35 0,-55 1 0,-1 1 0,1 0 0,-1 0 0,0 0 0,1 0 0,-1 0 0,1 0 0,-1 0 0,0 0 0,1 0 0,-1 0 0,1 0 0,-1 0 0,0 0 0,1 0 0,-1 1 0,1-1 0,-1 0 0,0 0 0,1 0 0,-1 1 0,0-1 0,1 0 0,-1 0 0,0 1 0,0-1 0,1 0 0,-1 0 0,0 1 0,0-1 0,1 0 0,-1 1 0,0-1 0,0 1 0,0-1 0,1 0 0,-1 1 0,0-1 0,0 0 0,0 1 0,0-1 0,0 1 0,0-1 0,0 0 0,0 1 0,0-1 0,0 1 0,0-1 0,0 0 0,0 1 0,-1-1 0,1 1 0,0-1 0,0 0 0,0 1 0,0-1 0,-1 0 0,1 1 0,-1 0 0,-18 16 0,-1-1 0,-1-1 0,0 0 0,-31 15 0,-847 422-983,461-256 108,-111 34 490,-1736 604 493,1963-732 644,144-54-36,144-45-283,33-3-425,1 0-1,0 0 1,0 0-1,0 0 1,-1 0-1,1-1 1,0 1-1,0 0 1,0 0 0,-1 0-1,1 0 1,0 0-1,0 0 1,0-1-1,0 1 1,-1 0-1,1 0 1,0 0 0,0 0-1,0-1 1,0 1-1,0 0 1,0 0-1,0-1 1,0 1-1,0 0 1,0 0-1,-1 0 1,1-1 0,0 1-1,0 0 1,0 0-1,0 0 1,0-1-1,0 1 1,1 0-1,-1 0 1,0-1-1,0 1 1,0 0 0,0 0-1,0 0 1,0-1-1,0 1 1,0 0-1,0 0 1,1 0-1,-1 0 1,0-1 0,0 1-1,0 0 1,0 0-1,1 0 1,-1 0-1,0 0 1,0-1-1,0 1 1,0 0-1,1 0 1,-1 0 0,0 0-1,0 0 1,1 0-1,18-14 296,1 1 1,34-16-1,150-71 223,112-40-436,101-29-254,1753-611-969,-1966 717 1133,-188 58 0,0 0 0,1 2 0,26-4 0,-43 7 0,0 0 0,0 0 0,0 0 0,1 0 0,-1 0 0,0 0 0,0 0 0,0 0 0,0 0 0,1 0 0,-1 0 0,0 0 0,0 0 0,0 0 0,1 0 0,-1 0 0,0 0 0,0 1 0,0-1 0,0 0 0,1 0 0,-1 0 0,0 0 0,0 0 0,0 0 0,0 0 0,0 0 0,1 1 0,-1-1 0,0 0 0,0 0 0,0 0 0,0 0 0,0 1 0,0-1 0,0 0 0,0 0 0,0 0 0,0 0 0,0 1 0,1-1 0,-1 0 0,0 0 0,0 0 0,0 0 0,0 1 0,0-1 0,-1 0 0,1 0 0,0 0 0,0 1 0,0-1 0,0 0 0,0 0 0,0 0 0,0 0 0,0 1 0,0-1 0,0 0 0,0 0 0,-1 0 0,1 0 0,0 1 0,-21 17 0,-221 125 0,155-96 0,-1624 821-874,1414-734 874,94-38 0,124-53-10,78-39 14,11-4 20,51-18 122,177-67 673,171-69 164,133-50-328,821-299-1403,13 39 235,-1160 402 1141,-159 51-492,-57 10-135,1 1 0,-1 0 0,1 0-1,-1 0 1,1-1 0,-1 1 0,1 0 0,-1 0-1,1 0 1,-1 0 0,1 0 0,0 0 0,-1 0 0,1 0-1,-1 0 1,1 0 0,-1 0 0,1 1 0,-1-1 0,1 0-1,-1 0 1,1 0 0,-1 1 0,0-1 0,1 0-1,-1 1 1,1-1 0,-1 0 0,1 1 0,-1-1 0,0 0-1,1 1 1,-1-1 0,0 1 0,1 0 0,-6 5-2,0 0 0,0 0 0,-1-1 0,1 0 0,-1 0 0,-1 0 0,1-1 0,-10 6 0,-160 101 1,-1629 877-1654,1786-978 1724,43-20-65,21-10-18,1198-456 1979,-1137 441-983,-65 27-125,-43 14-466,-20 10-90,-217 108-188,-1280 482-114,1461-585 0,38-13 0,-1 0 0,0-2 0,0 0 0,-23 2 0,45-8 0,-1 0 0,0 0 0,0 0 0,0 0 0,0 0 0,0 0 0,0 0 0,0 0 0,0 0 0,0 0 0,0 0 0,0 0 0,0-1 0,0 1 0,0 0 0,0 0 0,0 0 0,0 0 0,0 0 0,0 0 0,0 0 0,0 0 0,0 0 0,0 0 0,0 0 0,0-1 0,0 1 0,0 0 0,0 0 0,0 0 0,0 0 0,0 0 0,0 0 0,0 0 0,0 0 0,0 0 0,0 0 0,0 0 0,0-1 0,20-8 0,704-231 0,-477 167 0,89-36 0,-284 87 0,-50 20 0,-7 2 0,-29 9 0,-925 312 0,829-269 0,95-32 0,35-20 0,0 0 0,0-1 0,0 1 0,0 0 0,1 0 0,-1 0 0,0 0 0,0 0 0,0 0 0,0 0 0,1 0 0,-1 0 0,0 0 0,0 0 0,0 1 0,0-1 0,1 0 0,-1 0 0,0 0 0,0 0 0,0 0 0,0 0 0,0 0 0,1 0 0,-1 0 0,0 0 0,0 1 0,0-1 0,0 0 0,0 0 0,0 0 0,0 0 0,1 0 0,-1 1 0,0-1 0,0 0 0,0 0 0,0 0 0,0 0 0,0 1 0,0-1 0,0 0 0,0 0 0,0 0 0,0 0 0,0 1 0,0-1 0,0 0 0,0 0 0,0 0 0,0 0 0,0 1 0,0-1 0,0 0 0,0 0 0,-1 0 0,1 0 0,0 0 0,0 1 0,0-1 0,0 0 0,0 0 0,0 0 0,78-12 0,130-43 0,586-182-412,-7-45-2125,-642 216 1554,-141 65 939,-1-1 0,0 1-1,0 0 1,0-1-1,0 0 1,0 0 0,0 0-1,-1 0 1,1 0-1,-1 0 1,1-1 0,-1 1-1,0-1 1,0 0-1,0 0 1,0 0 0,2-5-1,-4 7 39,-1 1-1,1-1 0,0 0 1,-1 0-1,1 1 1,-1-1-1,1 0 1,-1 1-1,1-1 1,-1 0-1,1 1 0,-1-1 1,0 1-1,1-1 1,-1 1-1,0-1 1,1 1-1,-1-1 0,0 1 1,0 0-1,1-1 1,-1 1-1,0 0 1,0 0-1,-1 0 1,-48-6-7,-19 8 13,-75 13 0,-225 45-164,-144 43-655,-898 236-1377,15 42-523,1392-380 2709,-431 127-1618,430-126 1681,8-2 23,22-5 128,68-19 315,187-57 464,124-34-191,126-31-734,2202-472 451,-2666 607-491,334-45 618,-395 55-624,-1 0 1,0 1 0,1 0-1,0 0 1,-1 0-1,1 0 1,-1 0-1,1 1 1,-1 0 0,0 0-1,1 0 1,5 3-1,-9-3-12,-1-1-1,0 1 1,0-1-1,0 1 1,0-1-1,0 1 1,1-1-1,-1 1 1,0-1-1,0 1 1,0-1-1,0 1 1,0-1-1,0 1 1,0-1-1,-1 1 1,1-1-1,0 1 1,0-1-1,0 0 1,0 1-1,-1-1 1,1 1-1,0-1 1,0 1-1,-1-1 1,1 0-1,0 1 1,-1-1-1,1 0 1,0 1-1,-1-1 1,-29 25-16,-39 14 346,-101 45 0,113-59-7,-548 253 2626,482-219-1966,91-37-491,31-22-468,0 1-1,1-1 0,-1 1 1,0 0-1,1-1 1,-1 1-1,1 0 1,-1-1-1,1 1 1,-1 0-1,1 0 0,-1 0 1,1-1-1,0 1 1,-1 0-1,1 0 1,0 0-1,0 0 0,0 0 1,-1 1-1,2-2 0,-1 1-1,1 0 0,-1 0 1,0-1-1,1 1 0,0 0 1,-1 0-1,1-1 0,-1 1 1,1-1-1,0 1 0,-1-1 1,1 1-1,0-1 0,0 1 1,-1-1-1,1 1 0,0-1 1,0 0-1,0 0 0,1 1 1,40 7 467,132-7 430,109-18-351,1356-177-1517,-1536 175 948,-92 12 0,-29 4 0,-36 5 0,-1 1 0,1 3 0,-83 20 0,45-8 0,-284 59 0,-1511 403-3888,1747-443 3249,103-31 529,35-8 93,7-2 15,57-25 12,1077-333-159,-49 131-658,-728 178 919,378-4 0,-580 57 707,-151 1-668,0 0-1,0 0 1,0 1-1,16 5 1,-24-7-140,-1 0 1,1 0-1,-1 0 1,0 0 0,1 0-1,-1 0 1,0 0-1,1 1 1,-1-1-1,0 0 1,1 0-1,-1 0 1,0 1-1,0-1 1,1 0-1,-1 1 1,0-1 0,0 0-1,1 0 1,-1 1-1,0-1 1,0 0-1,0 1 1,1-1-1,-1 0 1,0 1-1,0-1 1,0 1-1,0-1 1,0 0-1,0 1 1,0-1 0,0 0-1,0 1 1,0-1-1,0 1 1,0-1-1,0 0 1,0 1-1,0-1 1,0 0-1,-1 1 1,-1 1 53,0 0 0,-1 0 1,1 0-1,0 0 0,-1-1 0,0 1 0,1-1 1,-1 0-1,0 0 0,-3 2 0,-43 12 427,-56 10-1,-177 28 401,-139 16-602,-117 14-1036,-2176 255-4170,2628-331 4621,-7 3-523,-114-5 0,182-9 416,25 4 397,-1 0 1,1 0-1,0 0 1,0 0 0,0 0-1,0-1 1,0 1-1,-1 0 1,1 0-1,0 0 1,0 0 0,0 0-1,0-1 1,0 1-1,0 0 1,0 0-1,0 0 1,0 0 0,0-1-1,0 1 1,0 0-1,0 0 1,0 0-1,0-1 1,0 1-1,0 0 1,0 0 0,0 0-1,0 0 1,0-1-1,0 1 1,0 0-1,0 0 1,0 0 0,0 0-1,0-1 1,0 1-1,1 0 1,-1 0-1,0 0 1,0 0 0,0 0-1,0-1 1,0 1-1,0 0 1,1 0-1,-1 0 1,0 0-1,0 0 1,0 0 0,0 0-1,1 0 1,-1 0-1,0 0 1,0-1-1,0 1 1,0 0 0,1 0-1,-1 0 1,0 0-1,0 0 1,1 1-1,20-9-38,0 1 0,31-5 0,166-31 43,132-15 0,144-16-164,109-13-567,2514-298 2521,-2821 362-1716,-267 21-74,-1 2 0,51 4 0,-78-4 0,-1 0 0,0 0 0,1 0 0,-1 0 0,1 0 0,-1 0 0,0 0 0,1 0 0,-1 0 0,1 0 0,-1 0 0,0 0 0,1 0 0,-1 1 0,0-1 0,1 0 0,-1 0 0,1 0 0,-1 1 0,0-1 0,0 0 0,1 0 0,-1 1 0,0-1 0,1 0 0,-1 0 0,0 1 0,0-1 0,0 0 0,1 1 0,-1-1 0,0 1 0,0-1 0,0 0 0,0 1 0,0-1 0,1 0 0,-1 1 0,0-1 0,0 1 0,0-1 0,0 1 0,-23 14 0,-118 28 0,-144 28 0,-126 22 163,-302 63 979,-1690 382 1737,2327-521-2184,74-17-449,9-2 21,40-11 314,1258-264-692,28 116-2534,-1142 151 2579,-184 10 101,66-1 457,-65 3-326,-8 1 19,-35 8 249,-1008 205 260,905-190-315,117-22-305,-787 143 731,0-46 116,789-100-859,-27 4 17,0-2 1,-1-2 0,1-3 0,-48-6 0,90 7-80,0 0 0,0 1 0,0-1 0,0-1 0,1 1 0,-1 0 0,0-1 0,1 0 0,0 0 0,-1 0 0,1 0 0,-5-5 0,7 6 0,0-1 0,0 1 0,0 0 0,0-1 0,1 1 0,-1 0 0,1-1 0,-1 1 0,1-1 0,-1 1 0,1-1 0,0 1 0,0-1 0,-1 1 0,1-1 0,0 1 0,1-1 0,-1 1 0,0-1 0,0 1 0,1-1 0,0-2 0,3-4 0,0 0 0,1 0 0,0 1 0,1-1 0,0 1 0,0 0 0,0 1 0,1-1 0,11-7 0,71-53 350,2 5-1,145-73 1,-99 58-306,-105 59-39,409-244 14,-338 193-20,-2-4 1,100-95-1,-102 65 1,-90 94 0,-1-2 0,-1 1 0,0-1 0,-1 0 0,0 0 0,0 0 0,-1-1 0,4-16 0,-8 24 0,0-1 0,0 0 0,-1 0 0,1 0 0,-1 0 0,0 1 0,-1-1 0,1 0 0,-1 0 0,0 0 0,0 1 0,-1-1 0,1 0 0,-1 1 0,0-1 0,0 1 0,-4-5 0,1 1 0,-1 1 0,0 1 0,0-1 0,0 1 0,-1 0 0,0 0 0,0 1 0,-16-8 0,-2 0 0,0 1 0,-1 2 0,0 0 0,-33-6 0,-123-17 0,-360-7 0,-6 39 0,-299 32 0,-304-1 0,1135-30 0,6 1 0,0-1 0,0-1 0,0 0 0,0 0 0,1 0 0,-1-2 0,-17-5 0,27 8 0,-1 0 0,1 0 0,0 0 0,-1 0 0,1 0 0,-1 0 0,1-1 0,0 1 0,-1 0 0,1 0 0,0-1 0,-1 1 0,1 0 0,0 0 0,0-1 0,-1 1 0,1 0 0,0-1 0,0 1 0,-1 0 0,1-1 0,0 1 0,0 0 0,0-1 0,0 1 0,-1-1 0,1 1 0,0 0 0,0-1 0,0 1 0,0-1 0,0 1 0,0 0 0,0-1 0,0 1 0,0-1 0,0 1 0,0 0 0,1-1 0,-1 1 0,0 0 0,0-1 0,0 1 0,0-1 0,1 1 0,-1 0 0,0-1 0,0 1 0,1-1 0,7-5 0,1 0 0,-1 1 0,1-1 0,0 2 0,1-1 0,-1 1 0,1 1 0,0-1 0,-1 2 0,12-3 0,8-3 0,279-68 0,414-50 0,-690 122 0,51-8 0,99-1 0,-175 13 0,0 0 0,0 0 0,0 1 0,0 0 0,-1 1 0,8 1 0,-13-2 0,-1-1 0,1 0 0,0 1 0,-1-1 0,1 0 0,0 1 0,-1-1 0,1 1 0,0-1 0,-1 1 0,1-1 0,-1 1 0,1-1 0,-1 1 0,1 0 0,-1-1 0,0 1 0,1-1 0,-1 1 0,0 0 0,1 0 0,-1-1 0,0 2 0,0 0 0,0-1 0,-1 1 0,1-1 0,0 1 0,-1-1 0,1 1 0,-1-1 0,0 0 0,1 1 0,-1-1 0,0 0 0,0 0 0,0 1 0,0-1 0,0 0 0,-2 1 0,-9 9 0,0-2 0,-1 0 0,0 0 0,-24 11 0,-92 39 0,-210 66 0,-53-5-164,-1067 191-2293,-30-148 163,886-139 1311,90-35 0,380 0 492,-133-30-1,210 30 246,1-4 1,0-1-1,-56-26 0,94 35 146,1-1 1,0-1-1,0 0 0,1-1 0,0 0 0,1-1 1,0-1-1,1 0 0,1-1 0,-1-1 0,2 0 1,0 0-1,-10-18 0,14 18 3,2 0 0,-1 0 0,2-1 0,0 0 0,1 1 0,0-1 0,1 0 0,1 0 0,0-1 0,1 1 0,1 0 0,0 0 0,1 0 0,1 0 0,7-24 0,4-5-159,2 0 0,2 1 1,2 0-1,2 2 0,50-72 0,165-178-222,-2 33 500,48-52-116,-28-16 1140,-255 326-1042,15-21 389,0 0-1,-2-1 0,0-1 1,17-44-1,-30 65-342,1 1 1,0 0-1,-1-1 0,1 1 1,-1-1-1,1 1 0,-1-1 1,0 1-1,0-1 1,0 1-1,0-1 0,0 0 1,0 1-1,0-1 0,0 1 1,-1-1-1,1 1 0,0-1 1,-1 1-1,0-1 0,1 1 1,-1 0-1,0-1 0,1 1 1,-1 0-1,0-1 0,0 1 1,0 0-1,0 0 0,-1 0 1,0-1-1,-2 0 53,1 1 0,-1 0 0,0 0 0,0 0 0,0 1 0,1-1 0,-1 1-1,0 0 1,0 0 0,0 0 0,0 1 0,-6 1 0,-31 7 373,0 2 0,1 1-1,1 3 1,-64 32 0,-151 97 1077,-168 150 858,338-225-1889,3 3 1,-122 143 0,180-188-522,2 1 1,0 1 0,2 1-1,1 1 1,-13 33-1,28-59-1,1 1 0,0-1 0,0 1 0,1-1 0,-1 1 0,1 0 0,0 0 0,1-1 0,0 1 0,0 0 0,0 0 0,0 0 0,1 0 0,0-1 0,0 1 0,1 0 0,-1-1 0,1 1 0,4 7 0,0-5 0,-1-1 0,1 0 0,0 0 0,1-1 0,0 0 0,0 0 0,0-1 0,1 0 0,-1 0 0,1 0 0,0-1 0,10 4 0,33 11 0,1-3 0,1-1 0,0-3 0,75 8 0,846 73-227,-607-65-529,-219-16 405,458 45-1152,-18 49-509,-558-100 1930,0 1 0,-1 2 0,0 1 0,-1 2 1,0 0-1,-1 2 0,26 17 0,-50-28 82,1-1 0,-1 0 0,0 1 0,0 0 0,0 0 0,0 0 0,-1 0 0,1 0 0,-1 0 0,0 1 0,0 0 0,0-1 0,0 1 0,0 0 0,-1 0 0,0-1 0,0 1 0,0 0 0,1 6 0,-3-5 0,1-1 0,-1 1 0,0 0 0,0-1 0,-1 1 0,1-1 0,-1 0 0,0 1 0,0-1 0,0 0 0,-1 0 0,1 0 0,-1-1 0,-5 6 0,-10 9 0,-1-1 0,0-2 0,-1 0 0,-1 0 0,-28 13 0,-39 18 0,-2-4 0,-147 47 0,-204 33 0,188-64 1475,-327 32-1,567-89-1368,-5 2 193,-1-1 0,0-1 0,0-1 0,0-1 0,-29-5 0,35 0 125,14 0-243,22-7-131,27-3-50,0 2 0,80-10 0,-31 6 0,-22 3-1365,-15 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611C4-4AC4-4E86-9BFD-DE90CD3F1641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D94E-4F0A-4991-9099-BB4B33D0524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D94E-4F0A-4991-9099-BB4B33D0524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191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899794"/>
            <a:ext cx="10515600" cy="770171"/>
          </a:xfrm>
        </p:spPr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9965"/>
            <a:ext cx="10429240" cy="15566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CE6D9B-E647-49E7-9E60-BE83225634E1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28-03-2026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4053830-7F0C-4190-B3F6-D2705AF3CFB9}" type="slidenum">
              <a:rPr kumimoji="0" lang="en-IN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IN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59400"/>
            <a:ext cx="3142494" cy="36576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4053830-7F0C-4190-B3F6-D2705AF3CFB9}" type="slidenum">
              <a:rPr kumimoji="0" lang="en-IN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fld>
            <a:endParaRPr kumimoji="0" lang="en-IN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2" descr="A picture containing text, building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" y="0"/>
            <a:ext cx="12188142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40611" y="262931"/>
              <a:ext cx="4586040" cy="1284120"/>
            </p14:xfrm>
          </p:contentPart>
        </mc:Choice>
        <mc:Fallback xmlns="">
          <p:pic>
            <p:nvPicPr>
              <p:cNvPr id="4" name="Ink 3"/>
            </p:nvPicPr>
            <p:blipFill>
              <a:blip r:embed="rId4"/>
            </p:blipFill>
            <p:spPr>
              <a:xfrm>
                <a:off x="240611" y="262931"/>
                <a:ext cx="4586040" cy="1284120"/>
              </a:xfrm>
              <a:prstGeom prst="rect"/>
            </p:spPr>
          </p:pic>
        </mc:Fallback>
      </mc:AlternateContent>
      <p:sp>
        <p:nvSpPr>
          <p:cNvPr id="5" name="Rectangle 4"/>
          <p:cNvSpPr/>
          <p:nvPr/>
        </p:nvSpPr>
        <p:spPr>
          <a:xfrm>
            <a:off x="6172200" y="152400"/>
            <a:ext cx="5779189" cy="1123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08" y="307025"/>
            <a:ext cx="6018667" cy="7005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47216" y="467450"/>
            <a:ext cx="4268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Shaping Future India</a:t>
            </a: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E37D4E1-500A-8D99-BC8A-0B00A8379BDC}"/>
              </a:ext>
            </a:extLst>
          </p:cNvPr>
          <p:cNvSpPr>
            <a:spLocks noGrp="1"/>
          </p:cNvSpPr>
          <p:nvPr/>
        </p:nvSpPr>
        <p:spPr>
          <a:xfrm>
            <a:off x="647947" y="1297038"/>
            <a:ext cx="13944598" cy="1390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GB" sz="3600" b="1" dirty="0">
                <a:solidFill>
                  <a:srgbClr val="0070C0"/>
                </a:solidFill>
              </a:rPr>
              <a:t>Real-Time People Counting &amp; Queue </a:t>
            </a:r>
          </a:p>
          <a:p>
            <a:pPr algn="l">
              <a:lnSpc>
                <a:spcPct val="100000"/>
              </a:lnSpc>
            </a:pPr>
            <a:r>
              <a:rPr lang="en-GB" sz="3600" b="1" dirty="0">
                <a:solidFill>
                  <a:srgbClr val="0070C0"/>
                </a:solidFill>
              </a:rPr>
              <a:t>Management System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7294EAD9-1127-68CC-65A9-0A6ACAAEA373}"/>
              </a:ext>
            </a:extLst>
          </p:cNvPr>
          <p:cNvSpPr>
            <a:spLocks noGrp="1"/>
          </p:cNvSpPr>
          <p:nvPr/>
        </p:nvSpPr>
        <p:spPr>
          <a:xfrm>
            <a:off x="696688" y="3439882"/>
            <a:ext cx="5442857" cy="1714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dirty="0"/>
              <a:t>Team Member 1 : </a:t>
            </a:r>
            <a:r>
              <a:rPr lang="en-US" sz="2000" b="1" dirty="0" err="1"/>
              <a:t>Rutvik</a:t>
            </a:r>
            <a:r>
              <a:rPr lang="en-US" sz="2000" b="1" dirty="0"/>
              <a:t> Prajapati</a:t>
            </a:r>
          </a:p>
          <a:p>
            <a:pPr algn="just"/>
            <a:r>
              <a:rPr lang="en-US" sz="2000" b="1" dirty="0"/>
              <a:t>Team Member 2 : </a:t>
            </a:r>
            <a:r>
              <a:rPr lang="en-US" sz="2000" b="1" dirty="0" err="1"/>
              <a:t>Prarthi</a:t>
            </a:r>
            <a:r>
              <a:rPr lang="en-US" sz="2000" b="1" dirty="0"/>
              <a:t> Patel </a:t>
            </a:r>
          </a:p>
          <a:p>
            <a:pPr algn="just"/>
            <a:r>
              <a:rPr lang="en-US" sz="2000" b="1" dirty="0"/>
              <a:t>Team Member 3 : Dhruv P. Patel</a:t>
            </a:r>
          </a:p>
          <a:p>
            <a:endParaRPr lang="en-US" sz="2800" b="1" dirty="0"/>
          </a:p>
          <a:p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E3D187-03AE-2D19-D04A-6B119571E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478" b="25524"/>
          <a:stretch/>
        </p:blipFill>
        <p:spPr>
          <a:xfrm>
            <a:off x="647947" y="2818161"/>
            <a:ext cx="7951519" cy="141372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6E99358A-966B-7463-E06E-A6B5F30A3E9E}"/>
              </a:ext>
            </a:extLst>
          </p:cNvPr>
          <p:cNvSpPr txBox="1">
            <a:spLocks/>
          </p:cNvSpPr>
          <p:nvPr/>
        </p:nvSpPr>
        <p:spPr>
          <a:xfrm>
            <a:off x="6444342" y="3438785"/>
            <a:ext cx="5442857" cy="139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dirty="0"/>
              <a:t>Team Member 4 : Siddharth </a:t>
            </a:r>
            <a:r>
              <a:rPr lang="en-US" sz="2000" b="1" dirty="0" err="1"/>
              <a:t>Hakani</a:t>
            </a:r>
            <a:endParaRPr lang="en-US" sz="2000" b="1" dirty="0"/>
          </a:p>
          <a:p>
            <a:pPr algn="just"/>
            <a:r>
              <a:rPr lang="en-US" sz="2000" b="1" dirty="0"/>
              <a:t>Team Member 5 : </a:t>
            </a:r>
            <a:r>
              <a:rPr lang="en-US" sz="2000" b="1" dirty="0" err="1"/>
              <a:t>Heril</a:t>
            </a:r>
            <a:r>
              <a:rPr lang="en-US" sz="2000" b="1" dirty="0"/>
              <a:t> Shah</a:t>
            </a:r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endParaRPr lang="en-US" sz="2800" b="1" dirty="0"/>
          </a:p>
          <a:p>
            <a:endParaRPr lang="en-US" sz="28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456DC9-C002-457E-9132-A78A5ADF954D}"/>
              </a:ext>
            </a:extLst>
          </p:cNvPr>
          <p:cNvSpPr/>
          <p:nvPr/>
        </p:nvSpPr>
        <p:spPr>
          <a:xfrm>
            <a:off x="647947" y="5932350"/>
            <a:ext cx="89698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Target Industries: Retail | Events | Public Health</a:t>
            </a:r>
            <a:endParaRPr lang="en-IN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720167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5808D9CB-820A-41CC-B0D2-FB9521EE6ACD}"/>
              </a:ext>
            </a:extLst>
          </p:cNvPr>
          <p:cNvSpPr txBox="1">
            <a:spLocks/>
          </p:cNvSpPr>
          <p:nvPr/>
        </p:nvSpPr>
        <p:spPr>
          <a:xfrm>
            <a:off x="555171" y="231107"/>
            <a:ext cx="10515600" cy="7701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Problem Statement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440082-3DA5-4750-B22A-A20CEA074B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478" b="25524"/>
          <a:stretch/>
        </p:blipFill>
        <p:spPr>
          <a:xfrm flipV="1">
            <a:off x="679753" y="927522"/>
            <a:ext cx="5133218" cy="147511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77327B8C-5541-4BC1-B3F5-09AC661E5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270" y="-337425"/>
            <a:ext cx="7698215" cy="761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089994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>
            <a:extLst>
              <a:ext uri="{FF2B5EF4-FFF2-40B4-BE49-F238E27FC236}">
                <a16:creationId xmlns:a16="http://schemas.microsoft.com/office/drawing/2014/main" id="{3A40F065-9473-4C20-A41E-974E356BC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914" y="1016001"/>
            <a:ext cx="8839571" cy="6863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440082-3DA5-4750-B22A-A20CEA074B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478" b="25524"/>
          <a:stretch/>
        </p:blipFill>
        <p:spPr>
          <a:xfrm flipV="1">
            <a:off x="679753" y="1219622"/>
            <a:ext cx="5133218" cy="1475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1E627C-F5C8-4AFA-8B3C-8BFD210ED256}"/>
              </a:ext>
            </a:extLst>
          </p:cNvPr>
          <p:cNvSpPr/>
          <p:nvPr/>
        </p:nvSpPr>
        <p:spPr>
          <a:xfrm>
            <a:off x="801007" y="1739024"/>
            <a:ext cx="40930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|   Build a system that:</a:t>
            </a:r>
            <a:endParaRPr lang="en-GB" sz="2400" b="1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D3D63CC-DD28-482C-A19F-6B8687BE2768}"/>
              </a:ext>
            </a:extLst>
          </p:cNvPr>
          <p:cNvSpPr txBox="1">
            <a:spLocks/>
          </p:cNvSpPr>
          <p:nvPr/>
        </p:nvSpPr>
        <p:spPr>
          <a:xfrm>
            <a:off x="544285" y="471621"/>
            <a:ext cx="10515600" cy="7701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Objective of the Project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25782-B9DD-4862-8845-EF4DA5717057}"/>
              </a:ext>
            </a:extLst>
          </p:cNvPr>
          <p:cNvCxnSpPr>
            <a:cxnSpLocks/>
          </p:cNvCxnSpPr>
          <p:nvPr/>
        </p:nvCxnSpPr>
        <p:spPr>
          <a:xfrm>
            <a:off x="4513036" y="5299529"/>
            <a:ext cx="539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09095A-7077-4D32-AF61-DC4DEBC23C6D}"/>
              </a:ext>
            </a:extLst>
          </p:cNvPr>
          <p:cNvCxnSpPr/>
          <p:nvPr/>
        </p:nvCxnSpPr>
        <p:spPr>
          <a:xfrm>
            <a:off x="5046436" y="5299529"/>
            <a:ext cx="273050" cy="3365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9E7F51FD-4160-4F3C-B101-E2DA93ED29B8}"/>
              </a:ext>
            </a:extLst>
          </p:cNvPr>
          <p:cNvSpPr/>
          <p:nvPr/>
        </p:nvSpPr>
        <p:spPr>
          <a:xfrm>
            <a:off x="5287736" y="5610679"/>
            <a:ext cx="69850" cy="8255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1524D3-CA99-43CD-A775-5FA743979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636462">
            <a:off x="5569201" y="6125133"/>
            <a:ext cx="395598" cy="2412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4DDD88-4128-469D-93FF-38B888CCC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599897">
            <a:off x="5677405" y="6329578"/>
            <a:ext cx="647790" cy="4515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953A0E-57B8-45F7-93B5-4E88F15E7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4782">
            <a:off x="8146924" y="6337931"/>
            <a:ext cx="451007" cy="5372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E54EB8-96C3-42B9-8DB7-F2DEA744EE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81316">
            <a:off x="8476919" y="6087755"/>
            <a:ext cx="340672" cy="27791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38D4A8F-C3FF-4A81-ACB4-7040702C5596}"/>
              </a:ext>
            </a:extLst>
          </p:cNvPr>
          <p:cNvCxnSpPr>
            <a:cxnSpLocks/>
          </p:cNvCxnSpPr>
          <p:nvPr/>
        </p:nvCxnSpPr>
        <p:spPr>
          <a:xfrm>
            <a:off x="9076687" y="4922764"/>
            <a:ext cx="4439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4EA48C-DD2F-4927-A43D-6D147A7B66A7}"/>
              </a:ext>
            </a:extLst>
          </p:cNvPr>
          <p:cNvCxnSpPr>
            <a:cxnSpLocks/>
          </p:cNvCxnSpPr>
          <p:nvPr/>
        </p:nvCxnSpPr>
        <p:spPr>
          <a:xfrm flipH="1">
            <a:off x="8683398" y="4914297"/>
            <a:ext cx="408530" cy="3193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6B8432E-DD86-4E75-B51E-04A0BCF75D2D}"/>
              </a:ext>
            </a:extLst>
          </p:cNvPr>
          <p:cNvSpPr/>
          <p:nvPr/>
        </p:nvSpPr>
        <p:spPr>
          <a:xfrm>
            <a:off x="8633761" y="5201740"/>
            <a:ext cx="69850" cy="8255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8B23BB-DF08-4737-AE58-21615AF903C0}"/>
              </a:ext>
            </a:extLst>
          </p:cNvPr>
          <p:cNvSpPr txBox="1"/>
          <p:nvPr/>
        </p:nvSpPr>
        <p:spPr>
          <a:xfrm>
            <a:off x="739472" y="2534571"/>
            <a:ext cx="3680883" cy="18232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DCBE38-6830-48D8-838D-33ED995126C0}"/>
              </a:ext>
            </a:extLst>
          </p:cNvPr>
          <p:cNvSpPr/>
          <p:nvPr/>
        </p:nvSpPr>
        <p:spPr>
          <a:xfrm>
            <a:off x="934131" y="2661357"/>
            <a:ext cx="32915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Need: </a:t>
            </a:r>
            <a:r>
              <a:rPr lang="en-GB" sz="2400" dirty="0"/>
              <a:t>Automated, real-time, data-driven system</a:t>
            </a:r>
          </a:p>
          <a:p>
            <a:r>
              <a:rPr lang="en-IN" sz="2400" dirty="0"/>
              <a:t>(Video → Analytics)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91995638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0DDA8-90C8-65B4-D681-7121561D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0B5170-EAAF-422F-81D8-B2EB35C334AA}"/>
              </a:ext>
            </a:extLst>
          </p:cNvPr>
          <p:cNvSpPr/>
          <p:nvPr/>
        </p:nvSpPr>
        <p:spPr>
          <a:xfrm>
            <a:off x="7424057" y="1669965"/>
            <a:ext cx="4419600" cy="256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54E4C96-8961-455B-96D2-7460830F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A56D8E-0048-4079-BFF2-70EB0592F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800"/>
            <a:ext cx="12163010" cy="6667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8413AA-D85A-4EA6-939A-A1BCD4899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74"/>
            <a:ext cx="8851690" cy="14004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094E830-407D-43CB-BC0D-16EB1A87F7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7478" b="25524"/>
          <a:stretch/>
        </p:blipFill>
        <p:spPr>
          <a:xfrm flipV="1">
            <a:off x="679753" y="1118022"/>
            <a:ext cx="5133218" cy="1475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8D7712-589A-4752-BC42-C7153C0F4C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490" y="126206"/>
            <a:ext cx="3391110" cy="956140"/>
          </a:xfrm>
          <a:prstGeom prst="rect">
            <a:avLst/>
          </a:prstGeom>
        </p:spPr>
      </p:pic>
      <p:sp>
        <p:nvSpPr>
          <p:cNvPr id="21" name="Title 3">
            <a:extLst>
              <a:ext uri="{FF2B5EF4-FFF2-40B4-BE49-F238E27FC236}">
                <a16:creationId xmlns:a16="http://schemas.microsoft.com/office/drawing/2014/main" id="{342D14F2-B06E-4896-B095-BCEAC42CECA3}"/>
              </a:ext>
            </a:extLst>
          </p:cNvPr>
          <p:cNvSpPr txBox="1">
            <a:spLocks/>
          </p:cNvSpPr>
          <p:nvPr/>
        </p:nvSpPr>
        <p:spPr>
          <a:xfrm>
            <a:off x="596900" y="379094"/>
            <a:ext cx="10515600" cy="770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Industry Use Cases</a:t>
            </a:r>
          </a:p>
        </p:txBody>
      </p:sp>
    </p:spTree>
    <p:extLst>
      <p:ext uri="{BB962C8B-B14F-4D97-AF65-F5344CB8AC3E}">
        <p14:creationId xmlns:p14="http://schemas.microsoft.com/office/powerpoint/2010/main" val="223134633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53E1A-DFDA-73D8-4B2B-E5BAA543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>
            <a:extLst>
              <a:ext uri="{FF2B5EF4-FFF2-40B4-BE49-F238E27FC236}">
                <a16:creationId xmlns:a16="http://schemas.microsoft.com/office/drawing/2014/main" id="{4B5795C4-7362-478B-B6AE-E11A2B1C1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146" y="1672046"/>
            <a:ext cx="9102029" cy="557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3">
            <a:extLst>
              <a:ext uri="{FF2B5EF4-FFF2-40B4-BE49-F238E27FC236}">
                <a16:creationId xmlns:a16="http://schemas.microsoft.com/office/drawing/2014/main" id="{011C3139-4998-404E-A840-263E951ADC3E}"/>
              </a:ext>
            </a:extLst>
          </p:cNvPr>
          <p:cNvSpPr txBox="1">
            <a:spLocks/>
          </p:cNvSpPr>
          <p:nvPr/>
        </p:nvSpPr>
        <p:spPr>
          <a:xfrm>
            <a:off x="838200" y="816430"/>
            <a:ext cx="10515600" cy="8535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0070C0"/>
                </a:solidFill>
              </a:rPr>
              <a:t>Literature / Approach Evolution</a:t>
            </a: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F35B06-77B2-4A39-8E0F-8E76A26D1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473" y="4190689"/>
            <a:ext cx="2368655" cy="535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0C8276-3979-482B-A29B-A6163B58A64B}"/>
              </a:ext>
            </a:extLst>
          </p:cNvPr>
          <p:cNvSpPr txBox="1"/>
          <p:nvPr/>
        </p:nvSpPr>
        <p:spPr>
          <a:xfrm>
            <a:off x="6553200" y="3530600"/>
            <a:ext cx="3873500" cy="1195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56FB4-7131-4300-9C91-3330B5CACA6D}"/>
              </a:ext>
            </a:extLst>
          </p:cNvPr>
          <p:cNvSpPr/>
          <p:nvPr/>
        </p:nvSpPr>
        <p:spPr>
          <a:xfrm>
            <a:off x="7630432" y="3687517"/>
            <a:ext cx="1919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Limitation: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5297713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5808D9CB-820A-41CC-B0D2-FB9521EE6ACD}"/>
              </a:ext>
            </a:extLst>
          </p:cNvPr>
          <p:cNvSpPr txBox="1">
            <a:spLocks/>
          </p:cNvSpPr>
          <p:nvPr/>
        </p:nvSpPr>
        <p:spPr>
          <a:xfrm>
            <a:off x="631371" y="231107"/>
            <a:ext cx="10515600" cy="7701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System Pipeline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440082-3DA5-4750-B22A-A20CEA074B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478" b="25524"/>
          <a:stretch/>
        </p:blipFill>
        <p:spPr>
          <a:xfrm flipV="1">
            <a:off x="679753" y="927522"/>
            <a:ext cx="5133218" cy="147511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05AE32ED-CA6A-4960-B2E4-FEED70684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95" y="641592"/>
            <a:ext cx="11781551" cy="704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6849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81F480-F3CD-483C-A89A-008D42913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526" y="-76200"/>
            <a:ext cx="5406948" cy="7404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561282-EEFC-16D1-467A-08D97EFB4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826" y="949683"/>
            <a:ext cx="10515600" cy="68390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dani Bold" panose="02000503000000020004" pitchFamily="2" charset="0"/>
              </a:rPr>
              <a:t>Solution Workflow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A2D475-97CA-4716-977C-0C3D8B26A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898" y="-50801"/>
            <a:ext cx="4091101" cy="1435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589656-8AD7-4F22-B1B4-7448CAB3B4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285" y="126206"/>
            <a:ext cx="3696315" cy="104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90514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0DDA8-90C8-65B4-D681-7121561D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4DFC99-7124-F2C7-3E50-7A893A10B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Technology Stack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24C541-296B-4D86-9CFC-17219E000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50" y="457007"/>
            <a:ext cx="9086900" cy="6400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ADC873-FA2D-4460-9397-4147AE1E0785}"/>
              </a:ext>
            </a:extLst>
          </p:cNvPr>
          <p:cNvSpPr/>
          <p:nvPr/>
        </p:nvSpPr>
        <p:spPr>
          <a:xfrm>
            <a:off x="8953500" y="6400993"/>
            <a:ext cx="1787550" cy="41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35187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0DDA8-90C8-65B4-D681-7121561D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4DFC99-7124-F2C7-3E50-7A893A10B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9794"/>
            <a:ext cx="10515600" cy="770171"/>
          </a:xfrm>
        </p:spPr>
        <p:txBody>
          <a:bodyPr/>
          <a:lstStyle/>
          <a:p>
            <a:r>
              <a:rPr lang="en-GB" dirty="0"/>
              <a:t>E</a:t>
            </a:r>
            <a:r>
              <a:rPr lang="en-IN" dirty="0"/>
              <a:t>valuation Metrics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FC7D41-D420-4DA0-82BB-8032A54BF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945" y="1970314"/>
            <a:ext cx="2695352" cy="23113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175558-D131-4D51-8E71-CA235B2CF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544" y="4369066"/>
            <a:ext cx="2717398" cy="18386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682D5C-714B-4967-86BE-79DC15827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577" y="2133567"/>
            <a:ext cx="2333951" cy="1771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5003BA-50C7-4E13-A2BB-2596887C6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129" y="4311601"/>
            <a:ext cx="2476846" cy="1781424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C79ACCE8-1788-4F3E-80F4-1A678707F967}"/>
              </a:ext>
            </a:extLst>
          </p:cNvPr>
          <p:cNvSpPr/>
          <p:nvPr/>
        </p:nvSpPr>
        <p:spPr>
          <a:xfrm>
            <a:off x="5522684" y="2252133"/>
            <a:ext cx="508000" cy="1771897"/>
          </a:xfrm>
          <a:prstGeom prst="leftBrac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13A0805D-0AEC-4B8D-8890-8936D752D7FF}"/>
              </a:ext>
            </a:extLst>
          </p:cNvPr>
          <p:cNvSpPr/>
          <p:nvPr/>
        </p:nvSpPr>
        <p:spPr>
          <a:xfrm>
            <a:off x="5522684" y="4568275"/>
            <a:ext cx="575734" cy="1389931"/>
          </a:xfrm>
          <a:prstGeom prst="leftBrac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9815220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0DDA8-90C8-65B4-D681-7121561D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2E1186-4BC3-4177-AC7C-E449CBE4D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0500"/>
            <a:ext cx="12215264" cy="66682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8413AA-D85A-4EA6-939A-A1BCD4899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851690" cy="8645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8D7712-589A-4752-BC42-C7153C0F4C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0889" y="98895"/>
            <a:ext cx="3391110" cy="9561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F9914E-B75A-4AB7-9BA4-8F3E620E752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7478" b="25524"/>
          <a:stretch/>
        </p:blipFill>
        <p:spPr>
          <a:xfrm flipV="1">
            <a:off x="260653" y="838622"/>
            <a:ext cx="5133218" cy="147511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1EA1545A-4433-42C6-AF02-929F5DF7EDC6}"/>
              </a:ext>
            </a:extLst>
          </p:cNvPr>
          <p:cNvSpPr txBox="1">
            <a:spLocks/>
          </p:cNvSpPr>
          <p:nvPr/>
        </p:nvSpPr>
        <p:spPr>
          <a:xfrm>
            <a:off x="260653" y="155163"/>
            <a:ext cx="10515600" cy="770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Cost Analysis</a:t>
            </a:r>
          </a:p>
        </p:txBody>
      </p:sp>
    </p:spTree>
    <p:extLst>
      <p:ext uri="{BB962C8B-B14F-4D97-AF65-F5344CB8AC3E}">
        <p14:creationId xmlns:p14="http://schemas.microsoft.com/office/powerpoint/2010/main" val="138907321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0DDA8-90C8-65B4-D681-7121561D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B02A11F-E1E0-47A2-968B-587CE3D6C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713" y="1814706"/>
            <a:ext cx="9847612" cy="471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44DFC99-7124-F2C7-3E50-7A893A10B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</a:t>
            </a:r>
            <a:r>
              <a:rPr lang="en-IN" dirty="0" err="1"/>
              <a:t>iness</a:t>
            </a:r>
            <a:r>
              <a:rPr lang="en-IN" dirty="0"/>
              <a:t> Impact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5B3989-ED22-4B1D-A2D8-58EAC16AF0C8}"/>
              </a:ext>
            </a:extLst>
          </p:cNvPr>
          <p:cNvSpPr/>
          <p:nvPr/>
        </p:nvSpPr>
        <p:spPr>
          <a:xfrm>
            <a:off x="8940800" y="5958206"/>
            <a:ext cx="1800250" cy="3300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47415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6B4CE93-7154-4856-9908-D72585352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71" y="231106"/>
            <a:ext cx="9949542" cy="7020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5808D9CB-820A-41CC-B0D2-FB9521EE6ACD}"/>
              </a:ext>
            </a:extLst>
          </p:cNvPr>
          <p:cNvSpPr txBox="1">
            <a:spLocks/>
          </p:cNvSpPr>
          <p:nvPr/>
        </p:nvSpPr>
        <p:spPr>
          <a:xfrm>
            <a:off x="555171" y="231107"/>
            <a:ext cx="10515600" cy="7701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Challenges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440082-3DA5-4750-B22A-A20CEA074B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478" b="25524"/>
          <a:stretch/>
        </p:blipFill>
        <p:spPr>
          <a:xfrm flipV="1">
            <a:off x="679753" y="927522"/>
            <a:ext cx="5133218" cy="14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81335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5808D9CB-820A-41CC-B0D2-FB9521EE6ACD}"/>
              </a:ext>
            </a:extLst>
          </p:cNvPr>
          <p:cNvSpPr txBox="1">
            <a:spLocks/>
          </p:cNvSpPr>
          <p:nvPr/>
        </p:nvSpPr>
        <p:spPr>
          <a:xfrm>
            <a:off x="580571" y="586707"/>
            <a:ext cx="10515600" cy="7701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Future Scope</a:t>
            </a:r>
            <a:endParaRPr lang="en-IN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440082-3DA5-4750-B22A-A20CEA074B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478" b="25524"/>
          <a:stretch/>
        </p:blipFill>
        <p:spPr>
          <a:xfrm flipV="1">
            <a:off x="679753" y="1245022"/>
            <a:ext cx="5133218" cy="147511"/>
          </a:xfrm>
          <a:prstGeom prst="rect">
            <a:avLst/>
          </a:prstGeom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47D96EB3-7F20-458E-BDD2-C0BD70614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29" y="464218"/>
            <a:ext cx="10188062" cy="6558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12CFB3-FC79-40EA-BD50-F4DA5A1FDAB6}"/>
              </a:ext>
            </a:extLst>
          </p:cNvPr>
          <p:cNvSpPr/>
          <p:nvPr/>
        </p:nvSpPr>
        <p:spPr>
          <a:xfrm>
            <a:off x="9359900" y="6527993"/>
            <a:ext cx="1800250" cy="3300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107520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CA68-3E79-4A48-DF08-2E816DFC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dani Bold" panose="02000503000000020004" pitchFamily="2" charset="0"/>
              </a:rPr>
              <a:t>Why Our Solution Matters 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95828-31F8-7C54-083B-5033B99D2072}"/>
              </a:ext>
            </a:extLst>
          </p:cNvPr>
          <p:cNvSpPr/>
          <p:nvPr/>
        </p:nvSpPr>
        <p:spPr>
          <a:xfrm>
            <a:off x="8090703" y="6447631"/>
            <a:ext cx="1424771" cy="319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849E0028-1D02-481F-8FD5-DF50C3C08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295400"/>
            <a:ext cx="10029825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E491830-9ABB-4E26-8930-82A2448D5354}"/>
              </a:ext>
            </a:extLst>
          </p:cNvPr>
          <p:cNvSpPr/>
          <p:nvPr/>
        </p:nvSpPr>
        <p:spPr>
          <a:xfrm>
            <a:off x="9515474" y="6436712"/>
            <a:ext cx="1800250" cy="3300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853553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A5B8-57E6-46AB-9EF8-FF0A3783194A}" type="slidenum">
              <a:rPr lang="en-IN" smtClean="0"/>
              <a:t>16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401612" y="3246959"/>
            <a:ext cx="73887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accent5"/>
                </a:solidFill>
                <a:latin typeface="+mj-lt"/>
              </a:rPr>
              <a:t>Thank You</a:t>
            </a:r>
          </a:p>
        </p:txBody>
      </p:sp>
      <p:pic>
        <p:nvPicPr>
          <p:cNvPr id="12" name="Picture 11" descr="A white building with many window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" y="-162052"/>
            <a:ext cx="12179808" cy="68519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51987" y="3130418"/>
            <a:ext cx="73887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>
                <a:solidFill>
                  <a:schemeClr val="accent5"/>
                </a:solidFill>
                <a:latin typeface="Adani Regular" charset="0"/>
              </a:rPr>
              <a:t>Thank You</a:t>
            </a:r>
          </a:p>
        </p:txBody>
      </p:sp>
    </p:spTree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ani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2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Adani</Template>
  <TotalTime>2184</TotalTime>
  <Words>114</Words>
  <Application>Microsoft Office PowerPoint</Application>
  <PresentationFormat>Widescreen</PresentationFormat>
  <Paragraphs>33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Adani Bold</vt:lpstr>
      <vt:lpstr>Adani Regular</vt:lpstr>
      <vt:lpstr>Arial</vt:lpstr>
      <vt:lpstr>Calibri</vt:lpstr>
      <vt:lpstr>Adani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 Workflow </vt:lpstr>
      <vt:lpstr>Technology Stack</vt:lpstr>
      <vt:lpstr>Evaluation Metrics</vt:lpstr>
      <vt:lpstr>PowerPoint Presentation</vt:lpstr>
      <vt:lpstr>Business Impact</vt:lpstr>
      <vt:lpstr>PowerPoint Presentation</vt:lpstr>
      <vt:lpstr>PowerPoint Presentation</vt:lpstr>
      <vt:lpstr>Why Our Solution Matters 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Univariate Statistics</dc:title>
  <dc:creator>Utkarsh  Sharma</dc:creator>
  <cp:lastModifiedBy>User</cp:lastModifiedBy>
  <cp:revision>117</cp:revision>
  <dcterms:created xsi:type="dcterms:W3CDTF">2022-04-05T09:55:00Z</dcterms:created>
  <dcterms:modified xsi:type="dcterms:W3CDTF">2026-03-28T16:04:58Z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69B0762522D14695B628EAC5DD10C782_12</vt:lpwstr>
  </property>
  <property fmtid="{D5CDD505-2E9C-101B-9397-08002B2CF9AE}" pid="3" name="KSOProductBuildVer">
    <vt:lpwstr>1033-12.2.0.21931</vt:lpwstr>
  </property>
</Properties>
</file>